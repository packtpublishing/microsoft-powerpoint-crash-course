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9"/>
  </p:notesMasterIdLst>
  <p:sldIdLst>
    <p:sldId id="360" r:id="rId2"/>
    <p:sldId id="346" r:id="rId3"/>
    <p:sldId id="347" r:id="rId4"/>
    <p:sldId id="348" r:id="rId5"/>
    <p:sldId id="349" r:id="rId6"/>
    <p:sldId id="355" r:id="rId7"/>
    <p:sldId id="350" r:id="rId8"/>
    <p:sldId id="351" r:id="rId9"/>
    <p:sldId id="356" r:id="rId10"/>
    <p:sldId id="352" r:id="rId11"/>
    <p:sldId id="353" r:id="rId12"/>
    <p:sldId id="357" r:id="rId13"/>
    <p:sldId id="354" r:id="rId14"/>
    <p:sldId id="358" r:id="rId15"/>
    <p:sldId id="359" r:id="rId16"/>
    <p:sldId id="361" r:id="rId17"/>
    <p:sldId id="362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League Spartan" pitchFamily="2" charset="-18"/>
      <p:regular r:id="rId24"/>
      <p:bold r:id="rId25"/>
    </p:embeddedFont>
    <p:embeddedFont>
      <p:font typeface="League Spartan Black" pitchFamily="2" charset="-18"/>
      <p:bold r:id="rId26"/>
    </p:embeddedFont>
    <p:embeddedFont>
      <p:font typeface="League Spartan ExtraBold" pitchFamily="2" charset="-18"/>
      <p:bold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IFT + CTRL" id="{ED3368B0-3CE6-4E1A-B948-8732657CDEF3}">
          <p14:sldIdLst>
            <p14:sldId id="360"/>
            <p14:sldId id="346"/>
            <p14:sldId id="347"/>
            <p14:sldId id="348"/>
            <p14:sldId id="349"/>
          </p14:sldIdLst>
        </p14:section>
        <p14:section name="CTRL+C, CTRL+V, CTRL+D" id="{4B07EE65-D4E9-4A0E-B80A-D354B8361D15}">
          <p14:sldIdLst>
            <p14:sldId id="355"/>
            <p14:sldId id="350"/>
            <p14:sldId id="351"/>
          </p14:sldIdLst>
        </p14:section>
        <p14:section name="CTRL+G, CTRL+SHIFT+G" id="{72535594-7FC4-4CBB-B885-D98C75CADDDF}">
          <p14:sldIdLst>
            <p14:sldId id="356"/>
            <p14:sldId id="352"/>
            <p14:sldId id="353"/>
          </p14:sldIdLst>
        </p14:section>
        <p14:section name="CTRL+B,I,U" id="{E65485A4-528F-469F-A882-6A8F104789C3}">
          <p14:sldIdLst>
            <p14:sldId id="357"/>
            <p14:sldId id="354"/>
            <p14:sldId id="358"/>
          </p14:sldIdLst>
        </p14:section>
        <p14:section name="Text enlarging" id="{4C76DE68-080D-4CB5-B7D2-FC22C8AD1A75}">
          <p14:sldIdLst>
            <p14:sldId id="359"/>
          </p14:sldIdLst>
        </p14:section>
        <p14:section name="Quick Access Toolbar" id="{0AD519F8-A106-499F-A16B-79A3C9AF7DEF}">
          <p14:sldIdLst>
            <p14:sldId id="361"/>
          </p14:sldIdLst>
        </p14:section>
        <p14:section name="Example Project" id="{E3435389-FF4F-4B75-A678-85439FD5B45F}">
          <p14:sldIdLst>
            <p14:sldId id="362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C39"/>
    <a:srgbClr val="005E5E"/>
    <a:srgbClr val="22DDAD"/>
    <a:srgbClr val="1FC99D"/>
    <a:srgbClr val="FEC526"/>
    <a:srgbClr val="FEC934"/>
    <a:srgbClr val="C30BEF"/>
    <a:srgbClr val="E2245D"/>
    <a:srgbClr val="3D176B"/>
    <a:srgbClr val="FECE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71" autoAdjust="0"/>
    <p:restoredTop sz="88157" autoAdjust="0"/>
  </p:normalViewPr>
  <p:slideViewPr>
    <p:cSldViewPr snapToGrid="0">
      <p:cViewPr>
        <p:scale>
          <a:sx n="66" d="100"/>
          <a:sy n="66" d="100"/>
        </p:scale>
        <p:origin x="2477" y="1200"/>
      </p:cViewPr>
      <p:guideLst>
        <p:guide pos="3840"/>
        <p:guide orient="horz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8D5C7-F2FE-499A-8306-C5D4748B0E5C}" type="datetimeFigureOut">
              <a:rPr lang="en-US" smtClean="0"/>
              <a:t>2/21/2023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62AE8-207B-46DC-9570-06107ED04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3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0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1B91-CCB2-22F8-03BB-8275E088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14868-D2BD-949A-D26A-EC60237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73DA-94A7-ED45-906B-58627330AA13}" type="datetimeFigureOut">
              <a:rPr lang="en-US" smtClean="0"/>
              <a:t>2/21/2023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77508-928F-3A49-0A05-2BFE6496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72559-2F82-A281-3C69-BFD43C20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6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60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D265764-BFA9-C6F2-27E5-A3AD700BFDF1}"/>
              </a:ext>
            </a:extLst>
          </p:cNvPr>
          <p:cNvGrpSpPr/>
          <p:nvPr userDrawn="1"/>
        </p:nvGrpSpPr>
        <p:grpSpPr>
          <a:xfrm flipH="1">
            <a:off x="0" y="0"/>
            <a:ext cx="10151692" cy="6858000"/>
            <a:chOff x="2040308" y="0"/>
            <a:chExt cx="10151692" cy="685800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028AC3B5-E7F7-8891-0162-18A7A6798712}"/>
                </a:ext>
              </a:extLst>
            </p:cNvPr>
            <p:cNvSpPr/>
            <p:nvPr userDrawn="1"/>
          </p:nvSpPr>
          <p:spPr>
            <a:xfrm>
              <a:off x="2040308" y="0"/>
              <a:ext cx="10151692" cy="6858000"/>
            </a:xfrm>
            <a:custGeom>
              <a:avLst/>
              <a:gdLst>
                <a:gd name="connsiteX0" fmla="*/ 1079382 w 10151692"/>
                <a:gd name="connsiteY0" fmla="*/ 0 h 6858000"/>
                <a:gd name="connsiteX1" fmla="*/ 10151692 w 10151692"/>
                <a:gd name="connsiteY1" fmla="*/ 0 h 6858000"/>
                <a:gd name="connsiteX2" fmla="*/ 10151692 w 10151692"/>
                <a:gd name="connsiteY2" fmla="*/ 6858000 h 6858000"/>
                <a:gd name="connsiteX3" fmla="*/ 1079382 w 10151692"/>
                <a:gd name="connsiteY3" fmla="*/ 6858000 h 6858000"/>
                <a:gd name="connsiteX4" fmla="*/ 1023344 w 10151692"/>
                <a:gd name="connsiteY4" fmla="*/ 6779198 h 6858000"/>
                <a:gd name="connsiteX5" fmla="*/ 0 w 10151692"/>
                <a:gd name="connsiteY5" fmla="*/ 3429000 h 6858000"/>
                <a:gd name="connsiteX6" fmla="*/ 1023344 w 10151692"/>
                <a:gd name="connsiteY6" fmla="*/ 788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51692" h="6858000">
                  <a:moveTo>
                    <a:pt x="1079382" y="0"/>
                  </a:moveTo>
                  <a:lnTo>
                    <a:pt x="10151692" y="0"/>
                  </a:lnTo>
                  <a:lnTo>
                    <a:pt x="10151692" y="6858000"/>
                  </a:lnTo>
                  <a:lnTo>
                    <a:pt x="1079382" y="6858000"/>
                  </a:lnTo>
                  <a:lnTo>
                    <a:pt x="1023344" y="6779198"/>
                  </a:lnTo>
                  <a:cubicBezTo>
                    <a:pt x="377258" y="5822864"/>
                    <a:pt x="0" y="4669989"/>
                    <a:pt x="0" y="3429000"/>
                  </a:cubicBezTo>
                  <a:cubicBezTo>
                    <a:pt x="0" y="2188012"/>
                    <a:pt x="377258" y="1035136"/>
                    <a:pt x="1023344" y="7880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3477438-0A23-190F-E184-A0F3AD4B6FBE}"/>
                </a:ext>
              </a:extLst>
            </p:cNvPr>
            <p:cNvSpPr/>
            <p:nvPr userDrawn="1"/>
          </p:nvSpPr>
          <p:spPr>
            <a:xfrm>
              <a:off x="4177964" y="0"/>
              <a:ext cx="7708736" cy="6858000"/>
            </a:xfrm>
            <a:custGeom>
              <a:avLst/>
              <a:gdLst>
                <a:gd name="connsiteX0" fmla="*/ 2094921 w 7708736"/>
                <a:gd name="connsiteY0" fmla="*/ 0 h 6858000"/>
                <a:gd name="connsiteX1" fmla="*/ 5613815 w 7708736"/>
                <a:gd name="connsiteY1" fmla="*/ 0 h 6858000"/>
                <a:gd name="connsiteX2" fmla="*/ 5691589 w 7708736"/>
                <a:gd name="connsiteY2" fmla="*/ 39833 h 6858000"/>
                <a:gd name="connsiteX3" fmla="*/ 7708736 w 7708736"/>
                <a:gd name="connsiteY3" fmla="*/ 3429000 h 6858000"/>
                <a:gd name="connsiteX4" fmla="*/ 5691589 w 7708736"/>
                <a:gd name="connsiteY4" fmla="*/ 6818167 h 6858000"/>
                <a:gd name="connsiteX5" fmla="*/ 5613815 w 7708736"/>
                <a:gd name="connsiteY5" fmla="*/ 6858000 h 6858000"/>
                <a:gd name="connsiteX6" fmla="*/ 2094921 w 7708736"/>
                <a:gd name="connsiteY6" fmla="*/ 6858000 h 6858000"/>
                <a:gd name="connsiteX7" fmla="*/ 2017148 w 7708736"/>
                <a:gd name="connsiteY7" fmla="*/ 6818167 h 6858000"/>
                <a:gd name="connsiteX8" fmla="*/ 0 w 7708736"/>
                <a:gd name="connsiteY8" fmla="*/ 3429000 h 6858000"/>
                <a:gd name="connsiteX9" fmla="*/ 2017148 w 7708736"/>
                <a:gd name="connsiteY9" fmla="*/ 398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08736" h="6858000">
                  <a:moveTo>
                    <a:pt x="2094921" y="0"/>
                  </a:moveTo>
                  <a:lnTo>
                    <a:pt x="5613815" y="0"/>
                  </a:lnTo>
                  <a:lnTo>
                    <a:pt x="5691589" y="39833"/>
                  </a:lnTo>
                  <a:cubicBezTo>
                    <a:pt x="6893092" y="692529"/>
                    <a:pt x="7708736" y="1965513"/>
                    <a:pt x="7708736" y="3429000"/>
                  </a:cubicBezTo>
                  <a:cubicBezTo>
                    <a:pt x="7708736" y="4892488"/>
                    <a:pt x="6893092" y="6165471"/>
                    <a:pt x="5691589" y="6818167"/>
                  </a:cubicBezTo>
                  <a:lnTo>
                    <a:pt x="5613815" y="6858000"/>
                  </a:lnTo>
                  <a:lnTo>
                    <a:pt x="2094921" y="6858000"/>
                  </a:lnTo>
                  <a:lnTo>
                    <a:pt x="2017148" y="6818167"/>
                  </a:lnTo>
                  <a:cubicBezTo>
                    <a:pt x="815644" y="6165471"/>
                    <a:pt x="0" y="4892488"/>
                    <a:pt x="0" y="3429000"/>
                  </a:cubicBezTo>
                  <a:cubicBezTo>
                    <a:pt x="0" y="1965513"/>
                    <a:pt x="815644" y="692529"/>
                    <a:pt x="2017148" y="3983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939A1E9-B0B9-B308-ACBA-29215CF0545E}"/>
                </a:ext>
              </a:extLst>
            </p:cNvPr>
            <p:cNvSpPr/>
            <p:nvPr userDrawn="1"/>
          </p:nvSpPr>
          <p:spPr>
            <a:xfrm>
              <a:off x="6033071" y="1429739"/>
              <a:ext cx="3998522" cy="3998522"/>
            </a:xfrm>
            <a:prstGeom prst="ellipse">
              <a:avLst/>
            </a:pr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402899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65D73BAF-76D5-A8ED-7530-9D892B6920B4}"/>
              </a:ext>
            </a:extLst>
          </p:cNvPr>
          <p:cNvSpPr/>
          <p:nvPr userDrawn="1"/>
        </p:nvSpPr>
        <p:spPr>
          <a:xfrm rot="10800000" flipV="1">
            <a:off x="-2295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10F20A5-B624-B340-510F-92D66455DE0B}"/>
              </a:ext>
            </a:extLst>
          </p:cNvPr>
          <p:cNvSpPr/>
          <p:nvPr userDrawn="1"/>
        </p:nvSpPr>
        <p:spPr>
          <a:xfrm flipV="1">
            <a:off x="1589649" y="1647953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AB7FA76-DD29-38BC-1B9C-204A70A04E44}"/>
              </a:ext>
            </a:extLst>
          </p:cNvPr>
          <p:cNvSpPr/>
          <p:nvPr userDrawn="1"/>
        </p:nvSpPr>
        <p:spPr>
          <a:xfrm flipV="1">
            <a:off x="9144218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3379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A8D8D06B-3458-D12C-BC7F-7FDA8694A5ED}"/>
              </a:ext>
            </a:extLst>
          </p:cNvPr>
          <p:cNvSpPr/>
          <p:nvPr userDrawn="1"/>
        </p:nvSpPr>
        <p:spPr>
          <a:xfrm rot="10800000">
            <a:off x="-2295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01E9593-49AF-5D02-ACE8-5E99ADF41AAE}"/>
              </a:ext>
            </a:extLst>
          </p:cNvPr>
          <p:cNvSpPr/>
          <p:nvPr userDrawn="1"/>
        </p:nvSpPr>
        <p:spPr>
          <a:xfrm>
            <a:off x="1589649" y="2238504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9807B9B-DE40-7E29-A492-0E156C4FD095}"/>
              </a:ext>
            </a:extLst>
          </p:cNvPr>
          <p:cNvSpPr/>
          <p:nvPr userDrawn="1"/>
        </p:nvSpPr>
        <p:spPr>
          <a:xfrm>
            <a:off x="9144218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2170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AA1380-8EA2-BAF4-DF35-9AE5DE08FF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8BF-0137-BB40-8543-83067E7F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040F-77F5-B346-9269-E2DB7015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A2DD-11B9-644E-AFEB-69DEE5DF0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273DA-94A7-ED45-906B-58627330AA13}" type="datetimeFigureOut">
              <a:rPr lang="en-US" smtClean="0"/>
              <a:t>2/21/2023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59B5-9BDC-B84E-8F57-2DFBE78C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A851-907A-A949-AD33-AB19F5FB5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0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699" r:id="rId3"/>
    <p:sldLayoutId id="2147483696" r:id="rId4"/>
    <p:sldLayoutId id="214748370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151" userDrawn="1">
          <p15:clr>
            <a:srgbClr val="5ACBF0"/>
          </p15:clr>
        </p15:guide>
        <p15:guide id="4" pos="529" userDrawn="1">
          <p15:clr>
            <a:srgbClr val="5ACBF0"/>
          </p15:clr>
        </p15:guide>
        <p15:guide id="5" pos="4089" userDrawn="1">
          <p15:clr>
            <a:srgbClr val="5ACBF0"/>
          </p15:clr>
        </p15:guide>
        <p15:guide id="6" pos="359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D78A68-0265-7E11-D52B-DE1BA188F2AA}"/>
              </a:ext>
            </a:extLst>
          </p:cNvPr>
          <p:cNvSpPr txBox="1"/>
          <p:nvPr/>
        </p:nvSpPr>
        <p:spPr>
          <a:xfrm>
            <a:off x="2377440" y="4201775"/>
            <a:ext cx="7589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https://support.microsoft.com/en-us/office/use-keyboard-shortcuts-to-create-powerpoint-presentations-ebb3d20e-dcd4-444f-a38e-bb5c5ed180f4#PickTab=macOS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E8E4F-B503-F68C-D7A4-B55AD33039B2}"/>
              </a:ext>
            </a:extLst>
          </p:cNvPr>
          <p:cNvSpPr txBox="1"/>
          <p:nvPr/>
        </p:nvSpPr>
        <p:spPr>
          <a:xfrm>
            <a:off x="2377440" y="2131814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https://support.microsoft.com/en-us/office/use-keyboard-shortcuts-to-create-powerpoint-presentations-ebb3d20e-dcd4-444f-a38e-bb5c5ed180f4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FF429-B653-75BB-0114-55B38158863B}"/>
              </a:ext>
            </a:extLst>
          </p:cNvPr>
          <p:cNvSpPr txBox="1"/>
          <p:nvPr/>
        </p:nvSpPr>
        <p:spPr>
          <a:xfrm>
            <a:off x="2377440" y="3550920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MAC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5EC74-C372-502C-DD4F-1B7274B77CAE}"/>
              </a:ext>
            </a:extLst>
          </p:cNvPr>
          <p:cNvSpPr txBox="1"/>
          <p:nvPr/>
        </p:nvSpPr>
        <p:spPr>
          <a:xfrm>
            <a:off x="2377440" y="1480959"/>
            <a:ext cx="7589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WINDOWS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77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Shift, CTRL (</a:t>
            </a:r>
            <a:r>
              <a:rPr lang="en-US" sz="6600" b="1" dirty="0">
                <a:solidFill>
                  <a:schemeClr val="accent5"/>
                </a:solidFill>
              </a:rPr>
              <a:t>⌘</a:t>
            </a:r>
            <a:r>
              <a:rPr lang="pl-PL" sz="6600" b="1" dirty="0">
                <a:solidFill>
                  <a:schemeClr val="accent5"/>
                </a:solidFill>
              </a:rPr>
              <a:t>, </a:t>
            </a:r>
            <a:r>
              <a:rPr lang="pl-PL" sz="4800" dirty="0">
                <a:solidFill>
                  <a:schemeClr val="accent5"/>
                </a:solidFill>
              </a:rPr>
              <a:t>Control</a:t>
            </a:r>
            <a:r>
              <a:rPr lang="pl-PL" sz="6600" b="1" dirty="0">
                <a:solidFill>
                  <a:schemeClr val="accent5"/>
                </a:solidFill>
              </a:rPr>
              <a:t>)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0677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A4E76-D55C-E3B8-7959-023F07386079}"/>
              </a:ext>
            </a:extLst>
          </p:cNvPr>
          <p:cNvSpPr txBox="1"/>
          <p:nvPr/>
        </p:nvSpPr>
        <p:spPr>
          <a:xfrm>
            <a:off x="674431" y="609529"/>
            <a:ext cx="2373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SHIFT</a:t>
            </a:r>
            <a:endParaRPr lang="en-US" sz="4000" b="1" spc="100" dirty="0">
              <a:solidFill>
                <a:schemeClr val="accent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0E395-A729-4D28-8F1E-88F3095608B9}"/>
              </a:ext>
            </a:extLst>
          </p:cNvPr>
          <p:cNvSpPr txBox="1"/>
          <p:nvPr/>
        </p:nvSpPr>
        <p:spPr>
          <a:xfrm>
            <a:off x="622829" y="1506725"/>
            <a:ext cx="242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When creating shapes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816B3-CE5D-FD6B-C53A-94CC3CA4243B}"/>
              </a:ext>
            </a:extLst>
          </p:cNvPr>
          <p:cNvSpPr txBox="1"/>
          <p:nvPr/>
        </p:nvSpPr>
        <p:spPr>
          <a:xfrm>
            <a:off x="4707684" y="1506724"/>
            <a:ext cx="242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When resizing items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B2452B1-B3ED-2105-6D6F-8BD9196CBABA}"/>
              </a:ext>
            </a:extLst>
          </p:cNvPr>
          <p:cNvSpPr/>
          <p:nvPr/>
        </p:nvSpPr>
        <p:spPr>
          <a:xfrm>
            <a:off x="950495" y="3690601"/>
            <a:ext cx="1804737" cy="155580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60902-2C01-31D5-2C73-E92F4F78499B}"/>
              </a:ext>
            </a:extLst>
          </p:cNvPr>
          <p:cNvSpPr txBox="1"/>
          <p:nvPr/>
        </p:nvSpPr>
        <p:spPr>
          <a:xfrm>
            <a:off x="4707684" y="609529"/>
            <a:ext cx="2373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SHIFT</a:t>
            </a:r>
            <a:endParaRPr lang="en-US" sz="4000" b="1" spc="100" dirty="0">
              <a:solidFill>
                <a:schemeClr val="accent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737A08A-1C10-AA48-9B73-DF57C8A598BC}"/>
              </a:ext>
            </a:extLst>
          </p:cNvPr>
          <p:cNvSpPr/>
          <p:nvPr/>
        </p:nvSpPr>
        <p:spPr>
          <a:xfrm rot="16200000">
            <a:off x="5033943" y="3525894"/>
            <a:ext cx="1720515" cy="172051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FD03A-440C-6DC9-A0DD-CBF252D02ED2}"/>
              </a:ext>
            </a:extLst>
          </p:cNvPr>
          <p:cNvSpPr txBox="1"/>
          <p:nvPr/>
        </p:nvSpPr>
        <p:spPr>
          <a:xfrm>
            <a:off x="8740937" y="1506724"/>
            <a:ext cx="24246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When moving</a:t>
            </a:r>
          </a:p>
          <a:p>
            <a:pPr algn="ctr"/>
            <a:r>
              <a:rPr lang="pl-PL" sz="20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Objects horizontally and vertically</a:t>
            </a:r>
            <a:endParaRPr lang="en-US" sz="20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94A8A-09C4-02CD-5E2E-C152CF88712D}"/>
              </a:ext>
            </a:extLst>
          </p:cNvPr>
          <p:cNvSpPr txBox="1"/>
          <p:nvPr/>
        </p:nvSpPr>
        <p:spPr>
          <a:xfrm>
            <a:off x="8740937" y="609529"/>
            <a:ext cx="2373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SHIFT</a:t>
            </a:r>
            <a:endParaRPr lang="en-US" sz="4000" b="1" spc="100" dirty="0">
              <a:solidFill>
                <a:schemeClr val="accent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9951CC-036D-A74A-A216-2C9B58419E42}"/>
              </a:ext>
            </a:extLst>
          </p:cNvPr>
          <p:cNvSpPr/>
          <p:nvPr/>
        </p:nvSpPr>
        <p:spPr>
          <a:xfrm>
            <a:off x="9411834" y="3897411"/>
            <a:ext cx="1082842" cy="10828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21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A4E76-D55C-E3B8-7959-023F07386079}"/>
              </a:ext>
            </a:extLst>
          </p:cNvPr>
          <p:cNvSpPr txBox="1"/>
          <p:nvPr/>
        </p:nvSpPr>
        <p:spPr>
          <a:xfrm>
            <a:off x="674431" y="609529"/>
            <a:ext cx="2373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5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CTRL </a:t>
            </a:r>
            <a:r>
              <a:rPr lang="en-US" sz="4000" b="1" dirty="0">
                <a:solidFill>
                  <a:schemeClr val="accent5"/>
                </a:solidFill>
              </a:rPr>
              <a:t>⌘</a:t>
            </a:r>
            <a:endParaRPr lang="en-US" sz="4000" b="1" spc="100" dirty="0">
              <a:solidFill>
                <a:schemeClr val="accent5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0E395-A729-4D28-8F1E-88F3095608B9}"/>
              </a:ext>
            </a:extLst>
          </p:cNvPr>
          <p:cNvSpPr txBox="1"/>
          <p:nvPr/>
        </p:nvSpPr>
        <p:spPr>
          <a:xfrm>
            <a:off x="622829" y="1506725"/>
            <a:ext cx="242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To duplicate objects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816B3-CE5D-FD6B-C53A-94CC3CA4243B}"/>
              </a:ext>
            </a:extLst>
          </p:cNvPr>
          <p:cNvSpPr txBox="1"/>
          <p:nvPr/>
        </p:nvSpPr>
        <p:spPr>
          <a:xfrm>
            <a:off x="4707684" y="1506724"/>
            <a:ext cx="242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When resizing items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B2452B1-B3ED-2105-6D6F-8BD9196CBABA}"/>
              </a:ext>
            </a:extLst>
          </p:cNvPr>
          <p:cNvSpPr/>
          <p:nvPr/>
        </p:nvSpPr>
        <p:spPr>
          <a:xfrm>
            <a:off x="950495" y="3559800"/>
            <a:ext cx="1804737" cy="1555808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60902-2C01-31D5-2C73-E92F4F78499B}"/>
              </a:ext>
            </a:extLst>
          </p:cNvPr>
          <p:cNvSpPr txBox="1"/>
          <p:nvPr/>
        </p:nvSpPr>
        <p:spPr>
          <a:xfrm>
            <a:off x="4707684" y="609529"/>
            <a:ext cx="2373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5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CTRL </a:t>
            </a:r>
            <a:r>
              <a:rPr lang="en-US" sz="4000" b="1" dirty="0">
                <a:solidFill>
                  <a:schemeClr val="accent5"/>
                </a:solidFill>
              </a:rPr>
              <a:t>⌘</a:t>
            </a:r>
            <a:endParaRPr lang="en-US" sz="4000" b="1" spc="100" dirty="0">
              <a:solidFill>
                <a:schemeClr val="accent5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FD03A-440C-6DC9-A0DD-CBF252D02ED2}"/>
              </a:ext>
            </a:extLst>
          </p:cNvPr>
          <p:cNvSpPr txBox="1"/>
          <p:nvPr/>
        </p:nvSpPr>
        <p:spPr>
          <a:xfrm>
            <a:off x="8740937" y="1506724"/>
            <a:ext cx="24246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When moving</a:t>
            </a:r>
          </a:p>
          <a:p>
            <a:pPr algn="ctr"/>
            <a:r>
              <a:rPr lang="pl-PL" sz="20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Objects horizontally and vertically</a:t>
            </a:r>
            <a:endParaRPr lang="en-US" sz="20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94A8A-09C4-02CD-5E2E-C152CF88712D}"/>
              </a:ext>
            </a:extLst>
          </p:cNvPr>
          <p:cNvSpPr txBox="1"/>
          <p:nvPr/>
        </p:nvSpPr>
        <p:spPr>
          <a:xfrm>
            <a:off x="7711440" y="609529"/>
            <a:ext cx="4432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5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CTRL </a:t>
            </a:r>
            <a:r>
              <a:rPr lang="en-US" sz="4000" b="1" dirty="0">
                <a:solidFill>
                  <a:schemeClr val="accent5"/>
                </a:solidFill>
              </a:rPr>
              <a:t>⌘ </a:t>
            </a:r>
            <a:r>
              <a:rPr lang="pl-PL" sz="4000" b="1" spc="100" dirty="0">
                <a:solidFill>
                  <a:schemeClr val="accent5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+</a:t>
            </a:r>
            <a:r>
              <a:rPr lang="pl-PL" sz="4000" b="1" spc="100" dirty="0">
                <a:solidFill>
                  <a:schemeClr val="accent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SHIFT</a:t>
            </a:r>
            <a:endParaRPr lang="en-US" sz="4000" b="1" spc="100" dirty="0">
              <a:solidFill>
                <a:schemeClr val="accent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9951CC-036D-A74A-A216-2C9B58419E42}"/>
              </a:ext>
            </a:extLst>
          </p:cNvPr>
          <p:cNvSpPr/>
          <p:nvPr/>
        </p:nvSpPr>
        <p:spPr>
          <a:xfrm>
            <a:off x="9066057" y="3450506"/>
            <a:ext cx="1774396" cy="1774396"/>
          </a:xfrm>
          <a:prstGeom prst="rect">
            <a:avLst/>
          </a:prstGeom>
          <a:gradFill flip="none" rotWithShape="1">
            <a:gsLst>
              <a:gs pos="50000">
                <a:schemeClr val="accent5"/>
              </a:gs>
              <a:gs pos="5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3A2997-1933-4C96-1797-8B49C9D3DDD2}"/>
              </a:ext>
            </a:extLst>
          </p:cNvPr>
          <p:cNvSpPr/>
          <p:nvPr/>
        </p:nvSpPr>
        <p:spPr>
          <a:xfrm>
            <a:off x="4922520" y="3429000"/>
            <a:ext cx="1817409" cy="181740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6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A4E76-D55C-E3B8-7959-023F07386079}"/>
              </a:ext>
            </a:extLst>
          </p:cNvPr>
          <p:cNvSpPr txBox="1"/>
          <p:nvPr/>
        </p:nvSpPr>
        <p:spPr>
          <a:xfrm>
            <a:off x="2782493" y="1771789"/>
            <a:ext cx="2373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5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F5</a:t>
            </a:r>
            <a:endParaRPr lang="en-US" sz="4000" b="1" spc="100" dirty="0">
              <a:solidFill>
                <a:schemeClr val="accent5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0E395-A729-4D28-8F1E-88F3095608B9}"/>
              </a:ext>
            </a:extLst>
          </p:cNvPr>
          <p:cNvSpPr txBox="1"/>
          <p:nvPr/>
        </p:nvSpPr>
        <p:spPr>
          <a:xfrm>
            <a:off x="2730891" y="2668986"/>
            <a:ext cx="242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Play presentation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816B3-CE5D-FD6B-C53A-94CC3CA4243B}"/>
              </a:ext>
            </a:extLst>
          </p:cNvPr>
          <p:cNvSpPr txBox="1"/>
          <p:nvPr/>
        </p:nvSpPr>
        <p:spPr>
          <a:xfrm>
            <a:off x="6821638" y="2668984"/>
            <a:ext cx="242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Play from current slide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B2452B1-B3ED-2105-6D6F-8BD9196CBABA}"/>
              </a:ext>
            </a:extLst>
          </p:cNvPr>
          <p:cNvSpPr/>
          <p:nvPr/>
        </p:nvSpPr>
        <p:spPr>
          <a:xfrm rot="5400000">
            <a:off x="3266702" y="3813755"/>
            <a:ext cx="1804737" cy="1555808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60902-2C01-31D5-2C73-E92F4F78499B}"/>
              </a:ext>
            </a:extLst>
          </p:cNvPr>
          <p:cNvSpPr txBox="1"/>
          <p:nvPr/>
        </p:nvSpPr>
        <p:spPr>
          <a:xfrm>
            <a:off x="6084236" y="1771789"/>
            <a:ext cx="38478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accent5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SHIFT + F5</a:t>
            </a:r>
            <a:endParaRPr lang="en-US" sz="4000" b="1" spc="100" dirty="0">
              <a:solidFill>
                <a:schemeClr val="accent5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3A2997-1933-4C96-1797-8B49C9D3DDD2}"/>
              </a:ext>
            </a:extLst>
          </p:cNvPr>
          <p:cNvSpPr/>
          <p:nvPr/>
        </p:nvSpPr>
        <p:spPr>
          <a:xfrm>
            <a:off x="7020678" y="3667158"/>
            <a:ext cx="1849002" cy="1849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3E885-E718-F976-C65F-51A838173F1E}"/>
              </a:ext>
            </a:extLst>
          </p:cNvPr>
          <p:cNvSpPr txBox="1"/>
          <p:nvPr/>
        </p:nvSpPr>
        <p:spPr>
          <a:xfrm>
            <a:off x="214510" y="133142"/>
            <a:ext cx="32906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Bonus</a:t>
            </a:r>
            <a:endParaRPr lang="en-US" sz="66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2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Copying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2623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A172177-9905-4701-8425-9B5B073A3939}"/>
              </a:ext>
            </a:extLst>
          </p:cNvPr>
          <p:cNvSpPr/>
          <p:nvPr/>
        </p:nvSpPr>
        <p:spPr>
          <a:xfrm>
            <a:off x="1350502" y="1690050"/>
            <a:ext cx="1105419" cy="11105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ague Spartan" pitchFamily="2" charset="77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B9F409-B0C7-F514-BF36-4F9644A3E5B8}"/>
              </a:ext>
            </a:extLst>
          </p:cNvPr>
          <p:cNvSpPr/>
          <p:nvPr/>
        </p:nvSpPr>
        <p:spPr>
          <a:xfrm>
            <a:off x="1350502" y="3969494"/>
            <a:ext cx="1105419" cy="11105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ague Spartan" pitchFamily="2" charset="77"/>
                <a:cs typeface="Poppins SemiBold" panose="00000700000000000000" pitchFamily="2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2CB0C-EF16-FC02-34A6-7750D4F64F07}"/>
              </a:ext>
            </a:extLst>
          </p:cNvPr>
          <p:cNvSpPr txBox="1"/>
          <p:nvPr/>
        </p:nvSpPr>
        <p:spPr>
          <a:xfrm>
            <a:off x="2865134" y="1690050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chemeClr val="accent5"/>
                </a:solidFill>
                <a:latin typeface="League Spartan" pitchFamily="2" charset="77"/>
                <a:cs typeface="Poppins SemiBold" panose="00000700000000000000" pitchFamily="2" charset="0"/>
              </a:rPr>
              <a:t>EXAMPLE BOX 1</a:t>
            </a:r>
            <a:endParaRPr lang="en-ID" sz="2800" dirty="0">
              <a:solidFill>
                <a:schemeClr val="accent5"/>
              </a:solidFill>
              <a:latin typeface="League Spartan" pitchFamily="2" charset="77"/>
              <a:cs typeface="Poppins SemiBold" panose="000007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B7C000-19D9-04A6-46AE-43F3E39DEA95}"/>
              </a:ext>
            </a:extLst>
          </p:cNvPr>
          <p:cNvSpPr/>
          <p:nvPr/>
        </p:nvSpPr>
        <p:spPr>
          <a:xfrm>
            <a:off x="2826132" y="2094799"/>
            <a:ext cx="2880000" cy="885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dirty="0">
                <a:solidFill>
                  <a:schemeClr val="bg1"/>
                </a:solidFill>
                <a:latin typeface="League Spartan" pitchFamily="2" charset="77"/>
              </a:rPr>
              <a:t>This is some cool example text, hello!</a:t>
            </a:r>
            <a:endParaRPr lang="en-US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E5CE4-75CB-753A-23CE-6C156BFBE320}"/>
              </a:ext>
            </a:extLst>
          </p:cNvPr>
          <p:cNvSpPr txBox="1"/>
          <p:nvPr/>
        </p:nvSpPr>
        <p:spPr>
          <a:xfrm>
            <a:off x="2865134" y="4053840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chemeClr val="accent5"/>
                </a:solidFill>
                <a:latin typeface="League Spartan" pitchFamily="2" charset="77"/>
                <a:cs typeface="Poppins SemiBold" panose="00000700000000000000" pitchFamily="2" charset="0"/>
              </a:rPr>
              <a:t>EXAMPLE BOX 2</a:t>
            </a:r>
            <a:endParaRPr lang="en-ID" sz="2800" dirty="0">
              <a:solidFill>
                <a:schemeClr val="accent5"/>
              </a:solidFill>
              <a:latin typeface="League Spartan" pitchFamily="2" charset="77"/>
              <a:cs typeface="Poppins SemiBold" panose="000007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4260E-631E-DA48-4C8B-90D0778E2AC3}"/>
              </a:ext>
            </a:extLst>
          </p:cNvPr>
          <p:cNvSpPr/>
          <p:nvPr/>
        </p:nvSpPr>
        <p:spPr>
          <a:xfrm>
            <a:off x="2826132" y="4458589"/>
            <a:ext cx="2880000" cy="885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dirty="0">
                <a:solidFill>
                  <a:schemeClr val="bg1"/>
                </a:solidFill>
                <a:latin typeface="League Spartan" pitchFamily="2" charset="77"/>
              </a:rPr>
              <a:t>This is some cool example text, hello!</a:t>
            </a:r>
            <a:endParaRPr lang="en-US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B631E-C6F7-FAF8-06EE-A5E1DD27D8BA}"/>
              </a:ext>
            </a:extLst>
          </p:cNvPr>
          <p:cNvSpPr txBox="1"/>
          <p:nvPr/>
        </p:nvSpPr>
        <p:spPr>
          <a:xfrm>
            <a:off x="0" y="-1332334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spc="100" dirty="0">
                <a:ea typeface="Roboto Medium" panose="02000000000000000000" pitchFamily="2" charset="0"/>
                <a:cs typeface="Poppins" panose="00000500000000000000" pitchFamily="2" charset="0"/>
              </a:rPr>
              <a:t>1. Duplicate existing items (CTRL+D / </a:t>
            </a:r>
            <a:r>
              <a:rPr lang="en-US" b="0" i="0" dirty="0" err="1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Control+D</a:t>
            </a:r>
            <a:r>
              <a:rPr lang="pl-PL" b="1" spc="100" dirty="0">
                <a:ea typeface="Roboto Medium" panose="02000000000000000000" pitchFamily="2" charset="0"/>
                <a:cs typeface="Poppins" panose="00000500000000000000" pitchFamily="2" charset="0"/>
              </a:rPr>
              <a:t>)</a:t>
            </a:r>
            <a:endParaRPr lang="en-US" b="1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0C0E34-9945-13F0-0358-5B6543324F6B}"/>
              </a:ext>
            </a:extLst>
          </p:cNvPr>
          <p:cNvSpPr txBox="1"/>
          <p:nvPr/>
        </p:nvSpPr>
        <p:spPr>
          <a:xfrm>
            <a:off x="0" y="-931096"/>
            <a:ext cx="941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spc="100" dirty="0">
                <a:ea typeface="Roboto Medium" panose="02000000000000000000" pitchFamily="2" charset="0"/>
                <a:cs typeface="Poppins" panose="00000500000000000000" pitchFamily="2" charset="0"/>
              </a:rPr>
              <a:t>2. Copy the circles to the next slide (CTRL+C (</a:t>
            </a:r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⌘+C</a:t>
            </a:r>
            <a:r>
              <a:rPr lang="pl-PL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pl-PL" b="1" spc="100" dirty="0">
                <a:ea typeface="Roboto Medium" panose="02000000000000000000" pitchFamily="2" charset="0"/>
                <a:cs typeface="Poppins" panose="00000500000000000000" pitchFamily="2" charset="0"/>
              </a:rPr>
              <a:t>, CTRL+V (</a:t>
            </a:r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⌘+V</a:t>
            </a:r>
            <a:r>
              <a:rPr lang="pl-PL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pl-PL" b="1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)</a:t>
            </a:r>
            <a:endParaRPr lang="en-US" b="1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CE0872-7E59-EDC1-2CAB-ED859226137E}"/>
              </a:ext>
            </a:extLst>
          </p:cNvPr>
          <p:cNvSpPr txBox="1"/>
          <p:nvPr/>
        </p:nvSpPr>
        <p:spPr>
          <a:xfrm>
            <a:off x="0" y="-529858"/>
            <a:ext cx="629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spc="100" dirty="0">
                <a:ea typeface="Roboto Medium" panose="02000000000000000000" pitchFamily="2" charset="0"/>
                <a:cs typeface="Poppins" panose="00000500000000000000" pitchFamily="2" charset="0"/>
              </a:rPr>
              <a:t>3. You can use it on slides!</a:t>
            </a:r>
            <a:endParaRPr lang="en-US" b="1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826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5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Grouping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416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78C182F-526D-E1C6-CC6E-88F6D1DF9FAE}"/>
              </a:ext>
            </a:extLst>
          </p:cNvPr>
          <p:cNvGrpSpPr/>
          <p:nvPr/>
        </p:nvGrpSpPr>
        <p:grpSpPr>
          <a:xfrm>
            <a:off x="3077612" y="2500904"/>
            <a:ext cx="2712720" cy="2712720"/>
            <a:chOff x="3077612" y="2500904"/>
            <a:chExt cx="2712720" cy="271272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BCF883B-A360-3B2F-0E7B-F265624A1545}"/>
                </a:ext>
              </a:extLst>
            </p:cNvPr>
            <p:cNvSpPr/>
            <p:nvPr/>
          </p:nvSpPr>
          <p:spPr>
            <a:xfrm>
              <a:off x="3077612" y="2500904"/>
              <a:ext cx="2712720" cy="271272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reeform: Shape 22">
              <a:extLst>
                <a:ext uri="{FF2B5EF4-FFF2-40B4-BE49-F238E27FC236}">
                  <a16:creationId xmlns:a16="http://schemas.microsoft.com/office/drawing/2014/main" id="{B7BED596-95FC-743A-DBFA-C8FEC967E974}"/>
                </a:ext>
              </a:extLst>
            </p:cNvPr>
            <p:cNvSpPr/>
            <p:nvPr/>
          </p:nvSpPr>
          <p:spPr>
            <a:xfrm>
              <a:off x="3474043" y="4209532"/>
              <a:ext cx="237342" cy="237342"/>
            </a:xfrm>
            <a:custGeom>
              <a:avLst/>
              <a:gdLst>
                <a:gd name="connsiteX0" fmla="*/ 150734 w 237342"/>
                <a:gd name="connsiteY0" fmla="*/ 88113 h 237342"/>
                <a:gd name="connsiteX1" fmla="*/ 150563 w 237342"/>
                <a:gd name="connsiteY1" fmla="*/ 88118 h 237342"/>
                <a:gd name="connsiteX2" fmla="*/ 150392 w 237342"/>
                <a:gd name="connsiteY2" fmla="*/ 88129 h 237342"/>
                <a:gd name="connsiteX3" fmla="*/ 150221 w 237342"/>
                <a:gd name="connsiteY3" fmla="*/ 88149 h 237342"/>
                <a:gd name="connsiteX4" fmla="*/ 150050 w 237342"/>
                <a:gd name="connsiteY4" fmla="*/ 88175 h 237342"/>
                <a:gd name="connsiteX5" fmla="*/ 149884 w 237342"/>
                <a:gd name="connsiteY5" fmla="*/ 88211 h 237342"/>
                <a:gd name="connsiteX6" fmla="*/ 149719 w 237342"/>
                <a:gd name="connsiteY6" fmla="*/ 88252 h 237342"/>
                <a:gd name="connsiteX7" fmla="*/ 149553 w 237342"/>
                <a:gd name="connsiteY7" fmla="*/ 88298 h 237342"/>
                <a:gd name="connsiteX8" fmla="*/ 149393 w 237342"/>
                <a:gd name="connsiteY8" fmla="*/ 88355 h 237342"/>
                <a:gd name="connsiteX9" fmla="*/ 149233 w 237342"/>
                <a:gd name="connsiteY9" fmla="*/ 88422 h 237342"/>
                <a:gd name="connsiteX10" fmla="*/ 149079 w 237342"/>
                <a:gd name="connsiteY10" fmla="*/ 88499 h 237342"/>
                <a:gd name="connsiteX11" fmla="*/ 148925 w 237342"/>
                <a:gd name="connsiteY11" fmla="*/ 88576 h 237342"/>
                <a:gd name="connsiteX12" fmla="*/ 148770 w 237342"/>
                <a:gd name="connsiteY12" fmla="*/ 88664 h 237342"/>
                <a:gd name="connsiteX13" fmla="*/ 148627 w 237342"/>
                <a:gd name="connsiteY13" fmla="*/ 88757 h 237342"/>
                <a:gd name="connsiteX14" fmla="*/ 148489 w 237342"/>
                <a:gd name="connsiteY14" fmla="*/ 88860 h 237342"/>
                <a:gd name="connsiteX15" fmla="*/ 148351 w 237342"/>
                <a:gd name="connsiteY15" fmla="*/ 88968 h 237342"/>
                <a:gd name="connsiteX16" fmla="*/ 148219 w 237342"/>
                <a:gd name="connsiteY16" fmla="*/ 89091 h 237342"/>
                <a:gd name="connsiteX17" fmla="*/ 108639 w 237342"/>
                <a:gd name="connsiteY17" fmla="*/ 126121 h 237342"/>
                <a:gd name="connsiteX18" fmla="*/ 108501 w 237342"/>
                <a:gd name="connsiteY18" fmla="*/ 126234 h 237342"/>
                <a:gd name="connsiteX19" fmla="*/ 108369 w 237342"/>
                <a:gd name="connsiteY19" fmla="*/ 126342 h 237342"/>
                <a:gd name="connsiteX20" fmla="*/ 108225 w 237342"/>
                <a:gd name="connsiteY20" fmla="*/ 126450 h 237342"/>
                <a:gd name="connsiteX21" fmla="*/ 108082 w 237342"/>
                <a:gd name="connsiteY21" fmla="*/ 126543 h 237342"/>
                <a:gd name="connsiteX22" fmla="*/ 107933 w 237342"/>
                <a:gd name="connsiteY22" fmla="*/ 126630 h 237342"/>
                <a:gd name="connsiteX23" fmla="*/ 107779 w 237342"/>
                <a:gd name="connsiteY23" fmla="*/ 126713 h 237342"/>
                <a:gd name="connsiteX24" fmla="*/ 107619 w 237342"/>
                <a:gd name="connsiteY24" fmla="*/ 126785 h 237342"/>
                <a:gd name="connsiteX25" fmla="*/ 107464 w 237342"/>
                <a:gd name="connsiteY25" fmla="*/ 126847 h 237342"/>
                <a:gd name="connsiteX26" fmla="*/ 107304 w 237342"/>
                <a:gd name="connsiteY26" fmla="*/ 126903 h 237342"/>
                <a:gd name="connsiteX27" fmla="*/ 107133 w 237342"/>
                <a:gd name="connsiteY27" fmla="*/ 126950 h 237342"/>
                <a:gd name="connsiteX28" fmla="*/ 106968 w 237342"/>
                <a:gd name="connsiteY28" fmla="*/ 126991 h 237342"/>
                <a:gd name="connsiteX29" fmla="*/ 106802 w 237342"/>
                <a:gd name="connsiteY29" fmla="*/ 127027 h 237342"/>
                <a:gd name="connsiteX30" fmla="*/ 106637 w 237342"/>
                <a:gd name="connsiteY30" fmla="*/ 127058 h 237342"/>
                <a:gd name="connsiteX31" fmla="*/ 106460 w 237342"/>
                <a:gd name="connsiteY31" fmla="*/ 127078 h 237342"/>
                <a:gd name="connsiteX32" fmla="*/ 106289 w 237342"/>
                <a:gd name="connsiteY32" fmla="*/ 127089 h 237342"/>
                <a:gd name="connsiteX33" fmla="*/ 106124 w 237342"/>
                <a:gd name="connsiteY33" fmla="*/ 127094 h 237342"/>
                <a:gd name="connsiteX34" fmla="*/ 105953 w 237342"/>
                <a:gd name="connsiteY34" fmla="*/ 127089 h 237342"/>
                <a:gd name="connsiteX35" fmla="*/ 105776 w 237342"/>
                <a:gd name="connsiteY35" fmla="*/ 127078 h 237342"/>
                <a:gd name="connsiteX36" fmla="*/ 105611 w 237342"/>
                <a:gd name="connsiteY36" fmla="*/ 127058 h 237342"/>
                <a:gd name="connsiteX37" fmla="*/ 105440 w 237342"/>
                <a:gd name="connsiteY37" fmla="*/ 127027 h 237342"/>
                <a:gd name="connsiteX38" fmla="*/ 105274 w 237342"/>
                <a:gd name="connsiteY38" fmla="*/ 126996 h 237342"/>
                <a:gd name="connsiteX39" fmla="*/ 105103 w 237342"/>
                <a:gd name="connsiteY39" fmla="*/ 126955 h 237342"/>
                <a:gd name="connsiteX40" fmla="*/ 104944 w 237342"/>
                <a:gd name="connsiteY40" fmla="*/ 126903 h 237342"/>
                <a:gd name="connsiteX41" fmla="*/ 104784 w 237342"/>
                <a:gd name="connsiteY41" fmla="*/ 126847 h 237342"/>
                <a:gd name="connsiteX42" fmla="*/ 104624 w 237342"/>
                <a:gd name="connsiteY42" fmla="*/ 126785 h 237342"/>
                <a:gd name="connsiteX43" fmla="*/ 104469 w 237342"/>
                <a:gd name="connsiteY43" fmla="*/ 126713 h 237342"/>
                <a:gd name="connsiteX44" fmla="*/ 104309 w 237342"/>
                <a:gd name="connsiteY44" fmla="*/ 126636 h 237342"/>
                <a:gd name="connsiteX45" fmla="*/ 104160 w 237342"/>
                <a:gd name="connsiteY45" fmla="*/ 126548 h 237342"/>
                <a:gd name="connsiteX46" fmla="*/ 104017 w 237342"/>
                <a:gd name="connsiteY46" fmla="*/ 126455 h 237342"/>
                <a:gd name="connsiteX47" fmla="*/ 103879 w 237342"/>
                <a:gd name="connsiteY47" fmla="*/ 126347 h 237342"/>
                <a:gd name="connsiteX48" fmla="*/ 103741 w 237342"/>
                <a:gd name="connsiteY48" fmla="*/ 126239 h 237342"/>
                <a:gd name="connsiteX49" fmla="*/ 103603 w 237342"/>
                <a:gd name="connsiteY49" fmla="*/ 126126 h 237342"/>
                <a:gd name="connsiteX50" fmla="*/ 89163 w 237342"/>
                <a:gd name="connsiteY50" fmla="*/ 112669 h 237342"/>
                <a:gd name="connsiteX51" fmla="*/ 89026 w 237342"/>
                <a:gd name="connsiteY51" fmla="*/ 112556 h 237342"/>
                <a:gd name="connsiteX52" fmla="*/ 88893 w 237342"/>
                <a:gd name="connsiteY52" fmla="*/ 112448 h 237342"/>
                <a:gd name="connsiteX53" fmla="*/ 88750 w 237342"/>
                <a:gd name="connsiteY53" fmla="*/ 112345 h 237342"/>
                <a:gd name="connsiteX54" fmla="*/ 88606 w 237342"/>
                <a:gd name="connsiteY54" fmla="*/ 112252 h 237342"/>
                <a:gd name="connsiteX55" fmla="*/ 88457 w 237342"/>
                <a:gd name="connsiteY55" fmla="*/ 112159 h 237342"/>
                <a:gd name="connsiteX56" fmla="*/ 88303 w 237342"/>
                <a:gd name="connsiteY56" fmla="*/ 112082 h 237342"/>
                <a:gd name="connsiteX57" fmla="*/ 88143 w 237342"/>
                <a:gd name="connsiteY57" fmla="*/ 112010 h 237342"/>
                <a:gd name="connsiteX58" fmla="*/ 87989 w 237342"/>
                <a:gd name="connsiteY58" fmla="*/ 111948 h 237342"/>
                <a:gd name="connsiteX59" fmla="*/ 87829 w 237342"/>
                <a:gd name="connsiteY59" fmla="*/ 111892 h 237342"/>
                <a:gd name="connsiteX60" fmla="*/ 87658 w 237342"/>
                <a:gd name="connsiteY60" fmla="*/ 111840 h 237342"/>
                <a:gd name="connsiteX61" fmla="*/ 87492 w 237342"/>
                <a:gd name="connsiteY61" fmla="*/ 111799 h 237342"/>
                <a:gd name="connsiteX62" fmla="*/ 87327 w 237342"/>
                <a:gd name="connsiteY62" fmla="*/ 111768 h 237342"/>
                <a:gd name="connsiteX63" fmla="*/ 87156 w 237342"/>
                <a:gd name="connsiteY63" fmla="*/ 111742 h 237342"/>
                <a:gd name="connsiteX64" fmla="*/ 86985 w 237342"/>
                <a:gd name="connsiteY64" fmla="*/ 111722 h 237342"/>
                <a:gd name="connsiteX65" fmla="*/ 86814 w 237342"/>
                <a:gd name="connsiteY65" fmla="*/ 111712 h 237342"/>
                <a:gd name="connsiteX66" fmla="*/ 86643 w 237342"/>
                <a:gd name="connsiteY66" fmla="*/ 111706 h 237342"/>
                <a:gd name="connsiteX67" fmla="*/ 86477 w 237342"/>
                <a:gd name="connsiteY67" fmla="*/ 111712 h 237342"/>
                <a:gd name="connsiteX68" fmla="*/ 86301 w 237342"/>
                <a:gd name="connsiteY68" fmla="*/ 111722 h 237342"/>
                <a:gd name="connsiteX69" fmla="*/ 86130 w 237342"/>
                <a:gd name="connsiteY69" fmla="*/ 111742 h 237342"/>
                <a:gd name="connsiteX70" fmla="*/ 85964 w 237342"/>
                <a:gd name="connsiteY70" fmla="*/ 111768 h 237342"/>
                <a:gd name="connsiteX71" fmla="*/ 85799 w 237342"/>
                <a:gd name="connsiteY71" fmla="*/ 111799 h 237342"/>
                <a:gd name="connsiteX72" fmla="*/ 85628 w 237342"/>
                <a:gd name="connsiteY72" fmla="*/ 111840 h 237342"/>
                <a:gd name="connsiteX73" fmla="*/ 85463 w 237342"/>
                <a:gd name="connsiteY73" fmla="*/ 111892 h 237342"/>
                <a:gd name="connsiteX74" fmla="*/ 85303 w 237342"/>
                <a:gd name="connsiteY74" fmla="*/ 111948 h 237342"/>
                <a:gd name="connsiteX75" fmla="*/ 85143 w 237342"/>
                <a:gd name="connsiteY75" fmla="*/ 112010 h 237342"/>
                <a:gd name="connsiteX76" fmla="*/ 84988 w 237342"/>
                <a:gd name="connsiteY76" fmla="*/ 112082 h 237342"/>
                <a:gd name="connsiteX77" fmla="*/ 84834 w 237342"/>
                <a:gd name="connsiteY77" fmla="*/ 112159 h 237342"/>
                <a:gd name="connsiteX78" fmla="*/ 84685 w 237342"/>
                <a:gd name="connsiteY78" fmla="*/ 112252 h 237342"/>
                <a:gd name="connsiteX79" fmla="*/ 84541 w 237342"/>
                <a:gd name="connsiteY79" fmla="*/ 112345 h 237342"/>
                <a:gd name="connsiteX80" fmla="*/ 84398 w 237342"/>
                <a:gd name="connsiteY80" fmla="*/ 112448 h 237342"/>
                <a:gd name="connsiteX81" fmla="*/ 84255 w 237342"/>
                <a:gd name="connsiteY81" fmla="*/ 112556 h 237342"/>
                <a:gd name="connsiteX82" fmla="*/ 84128 w 237342"/>
                <a:gd name="connsiteY82" fmla="*/ 112674 h 237342"/>
                <a:gd name="connsiteX83" fmla="*/ 75231 w 237342"/>
                <a:gd name="connsiteY83" fmla="*/ 120978 h 237342"/>
                <a:gd name="connsiteX84" fmla="*/ 75104 w 237342"/>
                <a:gd name="connsiteY84" fmla="*/ 121101 h 237342"/>
                <a:gd name="connsiteX85" fmla="*/ 74988 w 237342"/>
                <a:gd name="connsiteY85" fmla="*/ 121225 h 237342"/>
                <a:gd name="connsiteX86" fmla="*/ 74884 w 237342"/>
                <a:gd name="connsiteY86" fmla="*/ 121364 h 237342"/>
                <a:gd name="connsiteX87" fmla="*/ 74779 w 237342"/>
                <a:gd name="connsiteY87" fmla="*/ 121498 h 237342"/>
                <a:gd name="connsiteX88" fmla="*/ 74691 w 237342"/>
                <a:gd name="connsiteY88" fmla="*/ 121637 h 237342"/>
                <a:gd name="connsiteX89" fmla="*/ 74602 w 237342"/>
                <a:gd name="connsiteY89" fmla="*/ 121776 h 237342"/>
                <a:gd name="connsiteX90" fmla="*/ 74520 w 237342"/>
                <a:gd name="connsiteY90" fmla="*/ 121930 h 237342"/>
                <a:gd name="connsiteX91" fmla="*/ 74453 w 237342"/>
                <a:gd name="connsiteY91" fmla="*/ 122074 h 237342"/>
                <a:gd name="connsiteX92" fmla="*/ 74393 w 237342"/>
                <a:gd name="connsiteY92" fmla="*/ 122224 h 237342"/>
                <a:gd name="connsiteX93" fmla="*/ 74338 w 237342"/>
                <a:gd name="connsiteY93" fmla="*/ 122378 h 237342"/>
                <a:gd name="connsiteX94" fmla="*/ 74294 w 237342"/>
                <a:gd name="connsiteY94" fmla="*/ 122538 h 237342"/>
                <a:gd name="connsiteX95" fmla="*/ 74260 w 237342"/>
                <a:gd name="connsiteY95" fmla="*/ 122692 h 237342"/>
                <a:gd name="connsiteX96" fmla="*/ 74233 w 237342"/>
                <a:gd name="connsiteY96" fmla="*/ 122847 h 237342"/>
                <a:gd name="connsiteX97" fmla="*/ 74211 w 237342"/>
                <a:gd name="connsiteY97" fmla="*/ 123006 h 237342"/>
                <a:gd name="connsiteX98" fmla="*/ 74200 w 237342"/>
                <a:gd name="connsiteY98" fmla="*/ 123166 h 237342"/>
                <a:gd name="connsiteX99" fmla="*/ 74194 w 237342"/>
                <a:gd name="connsiteY99" fmla="*/ 123331 h 237342"/>
                <a:gd name="connsiteX100" fmla="*/ 74200 w 237342"/>
                <a:gd name="connsiteY100" fmla="*/ 123485 h 237342"/>
                <a:gd name="connsiteX101" fmla="*/ 74211 w 237342"/>
                <a:gd name="connsiteY101" fmla="*/ 123645 h 237342"/>
                <a:gd name="connsiteX102" fmla="*/ 74227 w 237342"/>
                <a:gd name="connsiteY102" fmla="*/ 123804 h 237342"/>
                <a:gd name="connsiteX103" fmla="*/ 74260 w 237342"/>
                <a:gd name="connsiteY103" fmla="*/ 123964 h 237342"/>
                <a:gd name="connsiteX104" fmla="*/ 74294 w 237342"/>
                <a:gd name="connsiteY104" fmla="*/ 124118 h 237342"/>
                <a:gd name="connsiteX105" fmla="*/ 74338 w 237342"/>
                <a:gd name="connsiteY105" fmla="*/ 124273 h 237342"/>
                <a:gd name="connsiteX106" fmla="*/ 74387 w 237342"/>
                <a:gd name="connsiteY106" fmla="*/ 124427 h 237342"/>
                <a:gd name="connsiteX107" fmla="*/ 74448 w 237342"/>
                <a:gd name="connsiteY107" fmla="*/ 124582 h 237342"/>
                <a:gd name="connsiteX108" fmla="*/ 74520 w 237342"/>
                <a:gd name="connsiteY108" fmla="*/ 124731 h 237342"/>
                <a:gd name="connsiteX109" fmla="*/ 74602 w 237342"/>
                <a:gd name="connsiteY109" fmla="*/ 124875 h 237342"/>
                <a:gd name="connsiteX110" fmla="*/ 74685 w 237342"/>
                <a:gd name="connsiteY110" fmla="*/ 125014 h 237342"/>
                <a:gd name="connsiteX111" fmla="*/ 74779 w 237342"/>
                <a:gd name="connsiteY111" fmla="*/ 125158 h 237342"/>
                <a:gd name="connsiteX112" fmla="*/ 74878 w 237342"/>
                <a:gd name="connsiteY112" fmla="*/ 125297 h 237342"/>
                <a:gd name="connsiteX113" fmla="*/ 74983 w 237342"/>
                <a:gd name="connsiteY113" fmla="*/ 125426 h 237342"/>
                <a:gd name="connsiteX114" fmla="*/ 75099 w 237342"/>
                <a:gd name="connsiteY114" fmla="*/ 125554 h 237342"/>
                <a:gd name="connsiteX115" fmla="*/ 75226 w 237342"/>
                <a:gd name="connsiteY115" fmla="*/ 125678 h 237342"/>
                <a:gd name="connsiteX116" fmla="*/ 97834 w 237342"/>
                <a:gd name="connsiteY116" fmla="*/ 146872 h 237342"/>
                <a:gd name="connsiteX117" fmla="*/ 97966 w 237342"/>
                <a:gd name="connsiteY117" fmla="*/ 147001 h 237342"/>
                <a:gd name="connsiteX118" fmla="*/ 98104 w 237342"/>
                <a:gd name="connsiteY118" fmla="*/ 147119 h 237342"/>
                <a:gd name="connsiteX119" fmla="*/ 98259 w 237342"/>
                <a:gd name="connsiteY119" fmla="*/ 147233 h 237342"/>
                <a:gd name="connsiteX120" fmla="*/ 98408 w 237342"/>
                <a:gd name="connsiteY120" fmla="*/ 147346 h 237342"/>
                <a:gd name="connsiteX121" fmla="*/ 98568 w 237342"/>
                <a:gd name="connsiteY121" fmla="*/ 147459 h 237342"/>
                <a:gd name="connsiteX122" fmla="*/ 98733 w 237342"/>
                <a:gd name="connsiteY122" fmla="*/ 147572 h 237342"/>
                <a:gd name="connsiteX123" fmla="*/ 98909 w 237342"/>
                <a:gd name="connsiteY123" fmla="*/ 147686 h 237342"/>
                <a:gd name="connsiteX124" fmla="*/ 99086 w 237342"/>
                <a:gd name="connsiteY124" fmla="*/ 147789 h 237342"/>
                <a:gd name="connsiteX125" fmla="*/ 99268 w 237342"/>
                <a:gd name="connsiteY125" fmla="*/ 147892 h 237342"/>
                <a:gd name="connsiteX126" fmla="*/ 99456 w 237342"/>
                <a:gd name="connsiteY126" fmla="*/ 147995 h 237342"/>
                <a:gd name="connsiteX127" fmla="*/ 99649 w 237342"/>
                <a:gd name="connsiteY127" fmla="*/ 148092 h 237342"/>
                <a:gd name="connsiteX128" fmla="*/ 99842 w 237342"/>
                <a:gd name="connsiteY128" fmla="*/ 148185 h 237342"/>
                <a:gd name="connsiteX129" fmla="*/ 100040 w 237342"/>
                <a:gd name="connsiteY129" fmla="*/ 148283 h 237342"/>
                <a:gd name="connsiteX130" fmla="*/ 100239 w 237342"/>
                <a:gd name="connsiteY130" fmla="*/ 148370 h 237342"/>
                <a:gd name="connsiteX131" fmla="*/ 100448 w 237342"/>
                <a:gd name="connsiteY131" fmla="*/ 148458 h 237342"/>
                <a:gd name="connsiteX132" fmla="*/ 100647 w 237342"/>
                <a:gd name="connsiteY132" fmla="*/ 148540 h 237342"/>
                <a:gd name="connsiteX133" fmla="*/ 100856 w 237342"/>
                <a:gd name="connsiteY133" fmla="*/ 148618 h 237342"/>
                <a:gd name="connsiteX134" fmla="*/ 101066 w 237342"/>
                <a:gd name="connsiteY134" fmla="*/ 148690 h 237342"/>
                <a:gd name="connsiteX135" fmla="*/ 101276 w 237342"/>
                <a:gd name="connsiteY135" fmla="*/ 148757 h 237342"/>
                <a:gd name="connsiteX136" fmla="*/ 101485 w 237342"/>
                <a:gd name="connsiteY136" fmla="*/ 148823 h 237342"/>
                <a:gd name="connsiteX137" fmla="*/ 101695 w 237342"/>
                <a:gd name="connsiteY137" fmla="*/ 148885 h 237342"/>
                <a:gd name="connsiteX138" fmla="*/ 101904 w 237342"/>
                <a:gd name="connsiteY138" fmla="*/ 148947 h 237342"/>
                <a:gd name="connsiteX139" fmla="*/ 102114 w 237342"/>
                <a:gd name="connsiteY139" fmla="*/ 148998 h 237342"/>
                <a:gd name="connsiteX140" fmla="*/ 102318 w 237342"/>
                <a:gd name="connsiteY140" fmla="*/ 149045 h 237342"/>
                <a:gd name="connsiteX141" fmla="*/ 102528 w 237342"/>
                <a:gd name="connsiteY141" fmla="*/ 149086 h 237342"/>
                <a:gd name="connsiteX142" fmla="*/ 102732 w 237342"/>
                <a:gd name="connsiteY142" fmla="*/ 149122 h 237342"/>
                <a:gd name="connsiteX143" fmla="*/ 102930 w 237342"/>
                <a:gd name="connsiteY143" fmla="*/ 149158 h 237342"/>
                <a:gd name="connsiteX144" fmla="*/ 103134 w 237342"/>
                <a:gd name="connsiteY144" fmla="*/ 149184 h 237342"/>
                <a:gd name="connsiteX145" fmla="*/ 103333 w 237342"/>
                <a:gd name="connsiteY145" fmla="*/ 149204 h 237342"/>
                <a:gd name="connsiteX146" fmla="*/ 103526 w 237342"/>
                <a:gd name="connsiteY146" fmla="*/ 149220 h 237342"/>
                <a:gd name="connsiteX147" fmla="*/ 103714 w 237342"/>
                <a:gd name="connsiteY147" fmla="*/ 149225 h 237342"/>
                <a:gd name="connsiteX148" fmla="*/ 103901 w 237342"/>
                <a:gd name="connsiteY148" fmla="*/ 149230 h 237342"/>
                <a:gd name="connsiteX149" fmla="*/ 108049 w 237342"/>
                <a:gd name="connsiteY149" fmla="*/ 149230 h 237342"/>
                <a:gd name="connsiteX150" fmla="*/ 108231 w 237342"/>
                <a:gd name="connsiteY150" fmla="*/ 149225 h 237342"/>
                <a:gd name="connsiteX151" fmla="*/ 108418 w 237342"/>
                <a:gd name="connsiteY151" fmla="*/ 149220 h 237342"/>
                <a:gd name="connsiteX152" fmla="*/ 108617 w 237342"/>
                <a:gd name="connsiteY152" fmla="*/ 149204 h 237342"/>
                <a:gd name="connsiteX153" fmla="*/ 108815 w 237342"/>
                <a:gd name="connsiteY153" fmla="*/ 149184 h 237342"/>
                <a:gd name="connsiteX154" fmla="*/ 109014 w 237342"/>
                <a:gd name="connsiteY154" fmla="*/ 149158 h 237342"/>
                <a:gd name="connsiteX155" fmla="*/ 109213 w 237342"/>
                <a:gd name="connsiteY155" fmla="*/ 149127 h 237342"/>
                <a:gd name="connsiteX156" fmla="*/ 109422 w 237342"/>
                <a:gd name="connsiteY156" fmla="*/ 149086 h 237342"/>
                <a:gd name="connsiteX157" fmla="*/ 109626 w 237342"/>
                <a:gd name="connsiteY157" fmla="*/ 149045 h 237342"/>
                <a:gd name="connsiteX158" fmla="*/ 109830 w 237342"/>
                <a:gd name="connsiteY158" fmla="*/ 148998 h 237342"/>
                <a:gd name="connsiteX159" fmla="*/ 110045 w 237342"/>
                <a:gd name="connsiteY159" fmla="*/ 148947 h 237342"/>
                <a:gd name="connsiteX160" fmla="*/ 110255 w 237342"/>
                <a:gd name="connsiteY160" fmla="*/ 148885 h 237342"/>
                <a:gd name="connsiteX161" fmla="*/ 110465 w 237342"/>
                <a:gd name="connsiteY161" fmla="*/ 148823 h 237342"/>
                <a:gd name="connsiteX162" fmla="*/ 110669 w 237342"/>
                <a:gd name="connsiteY162" fmla="*/ 148762 h 237342"/>
                <a:gd name="connsiteX163" fmla="*/ 110884 w 237342"/>
                <a:gd name="connsiteY163" fmla="*/ 148690 h 237342"/>
                <a:gd name="connsiteX164" fmla="*/ 111088 w 237342"/>
                <a:gd name="connsiteY164" fmla="*/ 148618 h 237342"/>
                <a:gd name="connsiteX165" fmla="*/ 111297 w 237342"/>
                <a:gd name="connsiteY165" fmla="*/ 148540 h 237342"/>
                <a:gd name="connsiteX166" fmla="*/ 111507 w 237342"/>
                <a:gd name="connsiteY166" fmla="*/ 148458 h 237342"/>
                <a:gd name="connsiteX167" fmla="*/ 111706 w 237342"/>
                <a:gd name="connsiteY167" fmla="*/ 148376 h 237342"/>
                <a:gd name="connsiteX168" fmla="*/ 111904 w 237342"/>
                <a:gd name="connsiteY168" fmla="*/ 148283 h 237342"/>
                <a:gd name="connsiteX169" fmla="*/ 112108 w 237342"/>
                <a:gd name="connsiteY169" fmla="*/ 148190 h 237342"/>
                <a:gd name="connsiteX170" fmla="*/ 112301 w 237342"/>
                <a:gd name="connsiteY170" fmla="*/ 148092 h 237342"/>
                <a:gd name="connsiteX171" fmla="*/ 112489 w 237342"/>
                <a:gd name="connsiteY171" fmla="*/ 147995 h 237342"/>
                <a:gd name="connsiteX172" fmla="*/ 112676 w 237342"/>
                <a:gd name="connsiteY172" fmla="*/ 147897 h 237342"/>
                <a:gd name="connsiteX173" fmla="*/ 112864 w 237342"/>
                <a:gd name="connsiteY173" fmla="*/ 147794 h 237342"/>
                <a:gd name="connsiteX174" fmla="*/ 113040 w 237342"/>
                <a:gd name="connsiteY174" fmla="*/ 147686 h 237342"/>
                <a:gd name="connsiteX175" fmla="*/ 113211 w 237342"/>
                <a:gd name="connsiteY175" fmla="*/ 147572 h 237342"/>
                <a:gd name="connsiteX176" fmla="*/ 113377 w 237342"/>
                <a:gd name="connsiteY176" fmla="*/ 147464 h 237342"/>
                <a:gd name="connsiteX177" fmla="*/ 113542 w 237342"/>
                <a:gd name="connsiteY177" fmla="*/ 147351 h 237342"/>
                <a:gd name="connsiteX178" fmla="*/ 113697 w 237342"/>
                <a:gd name="connsiteY178" fmla="*/ 147238 h 237342"/>
                <a:gd name="connsiteX179" fmla="*/ 113840 w 237342"/>
                <a:gd name="connsiteY179" fmla="*/ 147119 h 237342"/>
                <a:gd name="connsiteX180" fmla="*/ 113984 w 237342"/>
                <a:gd name="connsiteY180" fmla="*/ 147001 h 237342"/>
                <a:gd name="connsiteX181" fmla="*/ 114116 w 237342"/>
                <a:gd name="connsiteY181" fmla="*/ 146877 h 237342"/>
                <a:gd name="connsiteX182" fmla="*/ 162118 w 237342"/>
                <a:gd name="connsiteY182" fmla="*/ 101972 h 237342"/>
                <a:gd name="connsiteX183" fmla="*/ 162245 w 237342"/>
                <a:gd name="connsiteY183" fmla="*/ 101843 h 237342"/>
                <a:gd name="connsiteX184" fmla="*/ 162361 w 237342"/>
                <a:gd name="connsiteY184" fmla="*/ 101714 h 237342"/>
                <a:gd name="connsiteX185" fmla="*/ 162465 w 237342"/>
                <a:gd name="connsiteY185" fmla="*/ 101585 h 237342"/>
                <a:gd name="connsiteX186" fmla="*/ 162570 w 237342"/>
                <a:gd name="connsiteY186" fmla="*/ 101452 h 237342"/>
                <a:gd name="connsiteX187" fmla="*/ 162658 w 237342"/>
                <a:gd name="connsiteY187" fmla="*/ 101313 h 237342"/>
                <a:gd name="connsiteX188" fmla="*/ 162747 w 237342"/>
                <a:gd name="connsiteY188" fmla="*/ 101163 h 237342"/>
                <a:gd name="connsiteX189" fmla="*/ 162824 w 237342"/>
                <a:gd name="connsiteY189" fmla="*/ 101019 h 237342"/>
                <a:gd name="connsiteX190" fmla="*/ 162896 w 237342"/>
                <a:gd name="connsiteY190" fmla="*/ 100870 h 237342"/>
                <a:gd name="connsiteX191" fmla="*/ 162956 w 237342"/>
                <a:gd name="connsiteY191" fmla="*/ 100721 h 237342"/>
                <a:gd name="connsiteX192" fmla="*/ 163006 w 237342"/>
                <a:gd name="connsiteY192" fmla="*/ 100566 h 237342"/>
                <a:gd name="connsiteX193" fmla="*/ 163050 w 237342"/>
                <a:gd name="connsiteY193" fmla="*/ 100412 h 237342"/>
                <a:gd name="connsiteX194" fmla="*/ 163089 w 237342"/>
                <a:gd name="connsiteY194" fmla="*/ 100257 h 237342"/>
                <a:gd name="connsiteX195" fmla="*/ 163116 w 237342"/>
                <a:gd name="connsiteY195" fmla="*/ 100098 h 237342"/>
                <a:gd name="connsiteX196" fmla="*/ 163133 w 237342"/>
                <a:gd name="connsiteY196" fmla="*/ 99938 h 237342"/>
                <a:gd name="connsiteX197" fmla="*/ 163144 w 237342"/>
                <a:gd name="connsiteY197" fmla="*/ 99778 h 237342"/>
                <a:gd name="connsiteX198" fmla="*/ 163149 w 237342"/>
                <a:gd name="connsiteY198" fmla="*/ 99624 h 237342"/>
                <a:gd name="connsiteX199" fmla="*/ 163144 w 237342"/>
                <a:gd name="connsiteY199" fmla="*/ 99464 h 237342"/>
                <a:gd name="connsiteX200" fmla="*/ 163133 w 237342"/>
                <a:gd name="connsiteY200" fmla="*/ 99300 h 237342"/>
                <a:gd name="connsiteX201" fmla="*/ 163111 w 237342"/>
                <a:gd name="connsiteY201" fmla="*/ 99145 h 237342"/>
                <a:gd name="connsiteX202" fmla="*/ 163083 w 237342"/>
                <a:gd name="connsiteY202" fmla="*/ 98986 h 237342"/>
                <a:gd name="connsiteX203" fmla="*/ 163044 w 237342"/>
                <a:gd name="connsiteY203" fmla="*/ 98831 h 237342"/>
                <a:gd name="connsiteX204" fmla="*/ 163000 w 237342"/>
                <a:gd name="connsiteY204" fmla="*/ 98672 h 237342"/>
                <a:gd name="connsiteX205" fmla="*/ 162951 w 237342"/>
                <a:gd name="connsiteY205" fmla="*/ 98522 h 237342"/>
                <a:gd name="connsiteX206" fmla="*/ 162890 w 237342"/>
                <a:gd name="connsiteY206" fmla="*/ 98373 h 237342"/>
                <a:gd name="connsiteX207" fmla="*/ 162818 w 237342"/>
                <a:gd name="connsiteY207" fmla="*/ 98224 h 237342"/>
                <a:gd name="connsiteX208" fmla="*/ 162736 w 237342"/>
                <a:gd name="connsiteY208" fmla="*/ 98074 h 237342"/>
                <a:gd name="connsiteX209" fmla="*/ 162653 w 237342"/>
                <a:gd name="connsiteY209" fmla="*/ 97936 h 237342"/>
                <a:gd name="connsiteX210" fmla="*/ 162559 w 237342"/>
                <a:gd name="connsiteY210" fmla="*/ 97797 h 237342"/>
                <a:gd name="connsiteX211" fmla="*/ 162460 w 237342"/>
                <a:gd name="connsiteY211" fmla="*/ 97663 h 237342"/>
                <a:gd name="connsiteX212" fmla="*/ 162349 w 237342"/>
                <a:gd name="connsiteY212" fmla="*/ 97529 h 237342"/>
                <a:gd name="connsiteX213" fmla="*/ 162234 w 237342"/>
                <a:gd name="connsiteY213" fmla="*/ 97400 h 237342"/>
                <a:gd name="connsiteX214" fmla="*/ 162101 w 237342"/>
                <a:gd name="connsiteY214" fmla="*/ 97277 h 237342"/>
                <a:gd name="connsiteX215" fmla="*/ 153254 w 237342"/>
                <a:gd name="connsiteY215" fmla="*/ 89071 h 237342"/>
                <a:gd name="connsiteX216" fmla="*/ 153122 w 237342"/>
                <a:gd name="connsiteY216" fmla="*/ 88957 h 237342"/>
                <a:gd name="connsiteX217" fmla="*/ 152984 w 237342"/>
                <a:gd name="connsiteY217" fmla="*/ 88849 h 237342"/>
                <a:gd name="connsiteX218" fmla="*/ 152841 w 237342"/>
                <a:gd name="connsiteY218" fmla="*/ 88746 h 237342"/>
                <a:gd name="connsiteX219" fmla="*/ 152697 w 237342"/>
                <a:gd name="connsiteY219" fmla="*/ 88654 h 237342"/>
                <a:gd name="connsiteX220" fmla="*/ 152548 w 237342"/>
                <a:gd name="connsiteY220" fmla="*/ 88566 h 237342"/>
                <a:gd name="connsiteX221" fmla="*/ 152394 w 237342"/>
                <a:gd name="connsiteY221" fmla="*/ 88489 h 237342"/>
                <a:gd name="connsiteX222" fmla="*/ 152234 w 237342"/>
                <a:gd name="connsiteY222" fmla="*/ 88412 h 237342"/>
                <a:gd name="connsiteX223" fmla="*/ 152074 w 237342"/>
                <a:gd name="connsiteY223" fmla="*/ 88350 h 237342"/>
                <a:gd name="connsiteX224" fmla="*/ 151914 w 237342"/>
                <a:gd name="connsiteY224" fmla="*/ 88293 h 237342"/>
                <a:gd name="connsiteX225" fmla="*/ 151754 w 237342"/>
                <a:gd name="connsiteY225" fmla="*/ 88247 h 237342"/>
                <a:gd name="connsiteX226" fmla="*/ 151583 w 237342"/>
                <a:gd name="connsiteY226" fmla="*/ 88206 h 237342"/>
                <a:gd name="connsiteX227" fmla="*/ 151412 w 237342"/>
                <a:gd name="connsiteY227" fmla="*/ 88170 h 237342"/>
                <a:gd name="connsiteX228" fmla="*/ 151247 w 237342"/>
                <a:gd name="connsiteY228" fmla="*/ 88144 h 237342"/>
                <a:gd name="connsiteX229" fmla="*/ 151076 w 237342"/>
                <a:gd name="connsiteY229" fmla="*/ 88129 h 237342"/>
                <a:gd name="connsiteX230" fmla="*/ 150905 w 237342"/>
                <a:gd name="connsiteY230" fmla="*/ 88118 h 237342"/>
                <a:gd name="connsiteX231" fmla="*/ 118671 w 237342"/>
                <a:gd name="connsiteY231" fmla="*/ 0 h 237342"/>
                <a:gd name="connsiteX232" fmla="*/ 237342 w 237342"/>
                <a:gd name="connsiteY232" fmla="*/ 118671 h 237342"/>
                <a:gd name="connsiteX233" fmla="*/ 118671 w 237342"/>
                <a:gd name="connsiteY233" fmla="*/ 237342 h 237342"/>
                <a:gd name="connsiteX234" fmla="*/ 0 w 237342"/>
                <a:gd name="connsiteY234" fmla="*/ 118671 h 237342"/>
                <a:gd name="connsiteX235" fmla="*/ 118671 w 237342"/>
                <a:gd name="connsiteY235" fmla="*/ 0 h 23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</a:cxnLst>
              <a:rect l="l" t="t" r="r" b="b"/>
              <a:pathLst>
                <a:path w="237342" h="237342">
                  <a:moveTo>
                    <a:pt x="150734" y="88113"/>
                  </a:moveTo>
                  <a:lnTo>
                    <a:pt x="150563" y="88118"/>
                  </a:lnTo>
                  <a:lnTo>
                    <a:pt x="150392" y="88129"/>
                  </a:lnTo>
                  <a:lnTo>
                    <a:pt x="150221" y="88149"/>
                  </a:lnTo>
                  <a:lnTo>
                    <a:pt x="150050" y="88175"/>
                  </a:lnTo>
                  <a:lnTo>
                    <a:pt x="149884" y="88211"/>
                  </a:lnTo>
                  <a:lnTo>
                    <a:pt x="149719" y="88252"/>
                  </a:lnTo>
                  <a:lnTo>
                    <a:pt x="149553" y="88298"/>
                  </a:lnTo>
                  <a:lnTo>
                    <a:pt x="149393" y="88355"/>
                  </a:lnTo>
                  <a:lnTo>
                    <a:pt x="149233" y="88422"/>
                  </a:lnTo>
                  <a:lnTo>
                    <a:pt x="149079" y="88499"/>
                  </a:lnTo>
                  <a:lnTo>
                    <a:pt x="148925" y="88576"/>
                  </a:lnTo>
                  <a:lnTo>
                    <a:pt x="148770" y="88664"/>
                  </a:lnTo>
                  <a:lnTo>
                    <a:pt x="148627" y="88757"/>
                  </a:lnTo>
                  <a:lnTo>
                    <a:pt x="148489" y="88860"/>
                  </a:lnTo>
                  <a:lnTo>
                    <a:pt x="148351" y="88968"/>
                  </a:lnTo>
                  <a:lnTo>
                    <a:pt x="148219" y="89091"/>
                  </a:lnTo>
                  <a:lnTo>
                    <a:pt x="108639" y="126121"/>
                  </a:lnTo>
                  <a:lnTo>
                    <a:pt x="108501" y="126234"/>
                  </a:lnTo>
                  <a:lnTo>
                    <a:pt x="108369" y="126342"/>
                  </a:lnTo>
                  <a:lnTo>
                    <a:pt x="108225" y="126450"/>
                  </a:lnTo>
                  <a:lnTo>
                    <a:pt x="108082" y="126543"/>
                  </a:lnTo>
                  <a:lnTo>
                    <a:pt x="107933" y="126630"/>
                  </a:lnTo>
                  <a:lnTo>
                    <a:pt x="107779" y="126713"/>
                  </a:lnTo>
                  <a:lnTo>
                    <a:pt x="107619" y="126785"/>
                  </a:lnTo>
                  <a:lnTo>
                    <a:pt x="107464" y="126847"/>
                  </a:lnTo>
                  <a:lnTo>
                    <a:pt x="107304" y="126903"/>
                  </a:lnTo>
                  <a:lnTo>
                    <a:pt x="107133" y="126950"/>
                  </a:lnTo>
                  <a:lnTo>
                    <a:pt x="106968" y="126991"/>
                  </a:lnTo>
                  <a:lnTo>
                    <a:pt x="106802" y="127027"/>
                  </a:lnTo>
                  <a:lnTo>
                    <a:pt x="106637" y="127058"/>
                  </a:lnTo>
                  <a:lnTo>
                    <a:pt x="106460" y="127078"/>
                  </a:lnTo>
                  <a:lnTo>
                    <a:pt x="106289" y="127089"/>
                  </a:lnTo>
                  <a:lnTo>
                    <a:pt x="106124" y="127094"/>
                  </a:lnTo>
                  <a:lnTo>
                    <a:pt x="105953" y="127089"/>
                  </a:lnTo>
                  <a:lnTo>
                    <a:pt x="105776" y="127078"/>
                  </a:lnTo>
                  <a:lnTo>
                    <a:pt x="105611" y="127058"/>
                  </a:lnTo>
                  <a:lnTo>
                    <a:pt x="105440" y="127027"/>
                  </a:lnTo>
                  <a:lnTo>
                    <a:pt x="105274" y="126996"/>
                  </a:lnTo>
                  <a:lnTo>
                    <a:pt x="105103" y="126955"/>
                  </a:lnTo>
                  <a:lnTo>
                    <a:pt x="104944" y="126903"/>
                  </a:lnTo>
                  <a:lnTo>
                    <a:pt x="104784" y="126847"/>
                  </a:lnTo>
                  <a:lnTo>
                    <a:pt x="104624" y="126785"/>
                  </a:lnTo>
                  <a:lnTo>
                    <a:pt x="104469" y="126713"/>
                  </a:lnTo>
                  <a:lnTo>
                    <a:pt x="104309" y="126636"/>
                  </a:lnTo>
                  <a:lnTo>
                    <a:pt x="104160" y="126548"/>
                  </a:lnTo>
                  <a:lnTo>
                    <a:pt x="104017" y="126455"/>
                  </a:lnTo>
                  <a:lnTo>
                    <a:pt x="103879" y="126347"/>
                  </a:lnTo>
                  <a:lnTo>
                    <a:pt x="103741" y="126239"/>
                  </a:lnTo>
                  <a:lnTo>
                    <a:pt x="103603" y="126126"/>
                  </a:lnTo>
                  <a:lnTo>
                    <a:pt x="89163" y="112669"/>
                  </a:lnTo>
                  <a:lnTo>
                    <a:pt x="89026" y="112556"/>
                  </a:lnTo>
                  <a:lnTo>
                    <a:pt x="88893" y="112448"/>
                  </a:lnTo>
                  <a:lnTo>
                    <a:pt x="88750" y="112345"/>
                  </a:lnTo>
                  <a:lnTo>
                    <a:pt x="88606" y="112252"/>
                  </a:lnTo>
                  <a:lnTo>
                    <a:pt x="88457" y="112159"/>
                  </a:lnTo>
                  <a:lnTo>
                    <a:pt x="88303" y="112082"/>
                  </a:lnTo>
                  <a:lnTo>
                    <a:pt x="88143" y="112010"/>
                  </a:lnTo>
                  <a:lnTo>
                    <a:pt x="87989" y="111948"/>
                  </a:lnTo>
                  <a:lnTo>
                    <a:pt x="87829" y="111892"/>
                  </a:lnTo>
                  <a:lnTo>
                    <a:pt x="87658" y="111840"/>
                  </a:lnTo>
                  <a:lnTo>
                    <a:pt x="87492" y="111799"/>
                  </a:lnTo>
                  <a:lnTo>
                    <a:pt x="87327" y="111768"/>
                  </a:lnTo>
                  <a:lnTo>
                    <a:pt x="87156" y="111742"/>
                  </a:lnTo>
                  <a:lnTo>
                    <a:pt x="86985" y="111722"/>
                  </a:lnTo>
                  <a:lnTo>
                    <a:pt x="86814" y="111712"/>
                  </a:lnTo>
                  <a:lnTo>
                    <a:pt x="86643" y="111706"/>
                  </a:lnTo>
                  <a:lnTo>
                    <a:pt x="86477" y="111712"/>
                  </a:lnTo>
                  <a:lnTo>
                    <a:pt x="86301" y="111722"/>
                  </a:lnTo>
                  <a:lnTo>
                    <a:pt x="86130" y="111742"/>
                  </a:lnTo>
                  <a:lnTo>
                    <a:pt x="85964" y="111768"/>
                  </a:lnTo>
                  <a:lnTo>
                    <a:pt x="85799" y="111799"/>
                  </a:lnTo>
                  <a:lnTo>
                    <a:pt x="85628" y="111840"/>
                  </a:lnTo>
                  <a:lnTo>
                    <a:pt x="85463" y="111892"/>
                  </a:lnTo>
                  <a:lnTo>
                    <a:pt x="85303" y="111948"/>
                  </a:lnTo>
                  <a:lnTo>
                    <a:pt x="85143" y="112010"/>
                  </a:lnTo>
                  <a:lnTo>
                    <a:pt x="84988" y="112082"/>
                  </a:lnTo>
                  <a:lnTo>
                    <a:pt x="84834" y="112159"/>
                  </a:lnTo>
                  <a:lnTo>
                    <a:pt x="84685" y="112252"/>
                  </a:lnTo>
                  <a:lnTo>
                    <a:pt x="84541" y="112345"/>
                  </a:lnTo>
                  <a:lnTo>
                    <a:pt x="84398" y="112448"/>
                  </a:lnTo>
                  <a:lnTo>
                    <a:pt x="84255" y="112556"/>
                  </a:lnTo>
                  <a:lnTo>
                    <a:pt x="84128" y="112674"/>
                  </a:lnTo>
                  <a:lnTo>
                    <a:pt x="75231" y="120978"/>
                  </a:lnTo>
                  <a:lnTo>
                    <a:pt x="75104" y="121101"/>
                  </a:lnTo>
                  <a:lnTo>
                    <a:pt x="74988" y="121225"/>
                  </a:lnTo>
                  <a:lnTo>
                    <a:pt x="74884" y="121364"/>
                  </a:lnTo>
                  <a:lnTo>
                    <a:pt x="74779" y="121498"/>
                  </a:lnTo>
                  <a:lnTo>
                    <a:pt x="74691" y="121637"/>
                  </a:lnTo>
                  <a:lnTo>
                    <a:pt x="74602" y="121776"/>
                  </a:lnTo>
                  <a:lnTo>
                    <a:pt x="74520" y="121930"/>
                  </a:lnTo>
                  <a:lnTo>
                    <a:pt x="74453" y="122074"/>
                  </a:lnTo>
                  <a:lnTo>
                    <a:pt x="74393" y="122224"/>
                  </a:lnTo>
                  <a:lnTo>
                    <a:pt x="74338" y="122378"/>
                  </a:lnTo>
                  <a:lnTo>
                    <a:pt x="74294" y="122538"/>
                  </a:lnTo>
                  <a:lnTo>
                    <a:pt x="74260" y="122692"/>
                  </a:lnTo>
                  <a:lnTo>
                    <a:pt x="74233" y="122847"/>
                  </a:lnTo>
                  <a:lnTo>
                    <a:pt x="74211" y="123006"/>
                  </a:lnTo>
                  <a:lnTo>
                    <a:pt x="74200" y="123166"/>
                  </a:lnTo>
                  <a:lnTo>
                    <a:pt x="74194" y="123331"/>
                  </a:lnTo>
                  <a:lnTo>
                    <a:pt x="74200" y="123485"/>
                  </a:lnTo>
                  <a:lnTo>
                    <a:pt x="74211" y="123645"/>
                  </a:lnTo>
                  <a:lnTo>
                    <a:pt x="74227" y="123804"/>
                  </a:lnTo>
                  <a:lnTo>
                    <a:pt x="74260" y="123964"/>
                  </a:lnTo>
                  <a:lnTo>
                    <a:pt x="74294" y="124118"/>
                  </a:lnTo>
                  <a:lnTo>
                    <a:pt x="74338" y="124273"/>
                  </a:lnTo>
                  <a:lnTo>
                    <a:pt x="74387" y="124427"/>
                  </a:lnTo>
                  <a:lnTo>
                    <a:pt x="74448" y="124582"/>
                  </a:lnTo>
                  <a:lnTo>
                    <a:pt x="74520" y="124731"/>
                  </a:lnTo>
                  <a:lnTo>
                    <a:pt x="74602" y="124875"/>
                  </a:lnTo>
                  <a:lnTo>
                    <a:pt x="74685" y="125014"/>
                  </a:lnTo>
                  <a:lnTo>
                    <a:pt x="74779" y="125158"/>
                  </a:lnTo>
                  <a:lnTo>
                    <a:pt x="74878" y="125297"/>
                  </a:lnTo>
                  <a:lnTo>
                    <a:pt x="74983" y="125426"/>
                  </a:lnTo>
                  <a:lnTo>
                    <a:pt x="75099" y="125554"/>
                  </a:lnTo>
                  <a:lnTo>
                    <a:pt x="75226" y="125678"/>
                  </a:lnTo>
                  <a:lnTo>
                    <a:pt x="97834" y="146872"/>
                  </a:lnTo>
                  <a:lnTo>
                    <a:pt x="97966" y="147001"/>
                  </a:lnTo>
                  <a:lnTo>
                    <a:pt x="98104" y="147119"/>
                  </a:lnTo>
                  <a:lnTo>
                    <a:pt x="98259" y="147233"/>
                  </a:lnTo>
                  <a:lnTo>
                    <a:pt x="98408" y="147346"/>
                  </a:lnTo>
                  <a:lnTo>
                    <a:pt x="98568" y="147459"/>
                  </a:lnTo>
                  <a:lnTo>
                    <a:pt x="98733" y="147572"/>
                  </a:lnTo>
                  <a:lnTo>
                    <a:pt x="98909" y="147686"/>
                  </a:lnTo>
                  <a:lnTo>
                    <a:pt x="99086" y="147789"/>
                  </a:lnTo>
                  <a:lnTo>
                    <a:pt x="99268" y="147892"/>
                  </a:lnTo>
                  <a:lnTo>
                    <a:pt x="99456" y="147995"/>
                  </a:lnTo>
                  <a:lnTo>
                    <a:pt x="99649" y="148092"/>
                  </a:lnTo>
                  <a:lnTo>
                    <a:pt x="99842" y="148185"/>
                  </a:lnTo>
                  <a:lnTo>
                    <a:pt x="100040" y="148283"/>
                  </a:lnTo>
                  <a:lnTo>
                    <a:pt x="100239" y="148370"/>
                  </a:lnTo>
                  <a:lnTo>
                    <a:pt x="100448" y="148458"/>
                  </a:lnTo>
                  <a:lnTo>
                    <a:pt x="100647" y="148540"/>
                  </a:lnTo>
                  <a:lnTo>
                    <a:pt x="100856" y="148618"/>
                  </a:lnTo>
                  <a:lnTo>
                    <a:pt x="101066" y="148690"/>
                  </a:lnTo>
                  <a:lnTo>
                    <a:pt x="101276" y="148757"/>
                  </a:lnTo>
                  <a:lnTo>
                    <a:pt x="101485" y="148823"/>
                  </a:lnTo>
                  <a:lnTo>
                    <a:pt x="101695" y="148885"/>
                  </a:lnTo>
                  <a:lnTo>
                    <a:pt x="101904" y="148947"/>
                  </a:lnTo>
                  <a:lnTo>
                    <a:pt x="102114" y="148998"/>
                  </a:lnTo>
                  <a:lnTo>
                    <a:pt x="102318" y="149045"/>
                  </a:lnTo>
                  <a:lnTo>
                    <a:pt x="102528" y="149086"/>
                  </a:lnTo>
                  <a:lnTo>
                    <a:pt x="102732" y="149122"/>
                  </a:lnTo>
                  <a:lnTo>
                    <a:pt x="102930" y="149158"/>
                  </a:lnTo>
                  <a:lnTo>
                    <a:pt x="103134" y="149184"/>
                  </a:lnTo>
                  <a:lnTo>
                    <a:pt x="103333" y="149204"/>
                  </a:lnTo>
                  <a:lnTo>
                    <a:pt x="103526" y="149220"/>
                  </a:lnTo>
                  <a:lnTo>
                    <a:pt x="103714" y="149225"/>
                  </a:lnTo>
                  <a:lnTo>
                    <a:pt x="103901" y="149230"/>
                  </a:lnTo>
                  <a:lnTo>
                    <a:pt x="108049" y="149230"/>
                  </a:lnTo>
                  <a:lnTo>
                    <a:pt x="108231" y="149225"/>
                  </a:lnTo>
                  <a:lnTo>
                    <a:pt x="108418" y="149220"/>
                  </a:lnTo>
                  <a:lnTo>
                    <a:pt x="108617" y="149204"/>
                  </a:lnTo>
                  <a:lnTo>
                    <a:pt x="108815" y="149184"/>
                  </a:lnTo>
                  <a:lnTo>
                    <a:pt x="109014" y="149158"/>
                  </a:lnTo>
                  <a:lnTo>
                    <a:pt x="109213" y="149127"/>
                  </a:lnTo>
                  <a:lnTo>
                    <a:pt x="109422" y="149086"/>
                  </a:lnTo>
                  <a:lnTo>
                    <a:pt x="109626" y="149045"/>
                  </a:lnTo>
                  <a:lnTo>
                    <a:pt x="109830" y="148998"/>
                  </a:lnTo>
                  <a:lnTo>
                    <a:pt x="110045" y="148947"/>
                  </a:lnTo>
                  <a:lnTo>
                    <a:pt x="110255" y="148885"/>
                  </a:lnTo>
                  <a:lnTo>
                    <a:pt x="110465" y="148823"/>
                  </a:lnTo>
                  <a:lnTo>
                    <a:pt x="110669" y="148762"/>
                  </a:lnTo>
                  <a:lnTo>
                    <a:pt x="110884" y="148690"/>
                  </a:lnTo>
                  <a:lnTo>
                    <a:pt x="111088" y="148618"/>
                  </a:lnTo>
                  <a:lnTo>
                    <a:pt x="111297" y="148540"/>
                  </a:lnTo>
                  <a:lnTo>
                    <a:pt x="111507" y="148458"/>
                  </a:lnTo>
                  <a:lnTo>
                    <a:pt x="111706" y="148376"/>
                  </a:lnTo>
                  <a:lnTo>
                    <a:pt x="111904" y="148283"/>
                  </a:lnTo>
                  <a:lnTo>
                    <a:pt x="112108" y="148190"/>
                  </a:lnTo>
                  <a:lnTo>
                    <a:pt x="112301" y="148092"/>
                  </a:lnTo>
                  <a:lnTo>
                    <a:pt x="112489" y="147995"/>
                  </a:lnTo>
                  <a:lnTo>
                    <a:pt x="112676" y="147897"/>
                  </a:lnTo>
                  <a:lnTo>
                    <a:pt x="112864" y="147794"/>
                  </a:lnTo>
                  <a:lnTo>
                    <a:pt x="113040" y="147686"/>
                  </a:lnTo>
                  <a:lnTo>
                    <a:pt x="113211" y="147572"/>
                  </a:lnTo>
                  <a:lnTo>
                    <a:pt x="113377" y="147464"/>
                  </a:lnTo>
                  <a:lnTo>
                    <a:pt x="113542" y="147351"/>
                  </a:lnTo>
                  <a:lnTo>
                    <a:pt x="113697" y="147238"/>
                  </a:lnTo>
                  <a:lnTo>
                    <a:pt x="113840" y="147119"/>
                  </a:lnTo>
                  <a:lnTo>
                    <a:pt x="113984" y="147001"/>
                  </a:lnTo>
                  <a:lnTo>
                    <a:pt x="114116" y="146877"/>
                  </a:lnTo>
                  <a:lnTo>
                    <a:pt x="162118" y="101972"/>
                  </a:lnTo>
                  <a:lnTo>
                    <a:pt x="162245" y="101843"/>
                  </a:lnTo>
                  <a:lnTo>
                    <a:pt x="162361" y="101714"/>
                  </a:lnTo>
                  <a:lnTo>
                    <a:pt x="162465" y="101585"/>
                  </a:lnTo>
                  <a:lnTo>
                    <a:pt x="162570" y="101452"/>
                  </a:lnTo>
                  <a:lnTo>
                    <a:pt x="162658" y="101313"/>
                  </a:lnTo>
                  <a:lnTo>
                    <a:pt x="162747" y="101163"/>
                  </a:lnTo>
                  <a:lnTo>
                    <a:pt x="162824" y="101019"/>
                  </a:lnTo>
                  <a:lnTo>
                    <a:pt x="162896" y="100870"/>
                  </a:lnTo>
                  <a:lnTo>
                    <a:pt x="162956" y="100721"/>
                  </a:lnTo>
                  <a:lnTo>
                    <a:pt x="163006" y="100566"/>
                  </a:lnTo>
                  <a:lnTo>
                    <a:pt x="163050" y="100412"/>
                  </a:lnTo>
                  <a:lnTo>
                    <a:pt x="163089" y="100257"/>
                  </a:lnTo>
                  <a:lnTo>
                    <a:pt x="163116" y="100098"/>
                  </a:lnTo>
                  <a:lnTo>
                    <a:pt x="163133" y="99938"/>
                  </a:lnTo>
                  <a:lnTo>
                    <a:pt x="163144" y="99778"/>
                  </a:lnTo>
                  <a:lnTo>
                    <a:pt x="163149" y="99624"/>
                  </a:lnTo>
                  <a:lnTo>
                    <a:pt x="163144" y="99464"/>
                  </a:lnTo>
                  <a:lnTo>
                    <a:pt x="163133" y="99300"/>
                  </a:lnTo>
                  <a:lnTo>
                    <a:pt x="163111" y="99145"/>
                  </a:lnTo>
                  <a:lnTo>
                    <a:pt x="163083" y="98986"/>
                  </a:lnTo>
                  <a:lnTo>
                    <a:pt x="163044" y="98831"/>
                  </a:lnTo>
                  <a:lnTo>
                    <a:pt x="163000" y="98672"/>
                  </a:lnTo>
                  <a:lnTo>
                    <a:pt x="162951" y="98522"/>
                  </a:lnTo>
                  <a:lnTo>
                    <a:pt x="162890" y="98373"/>
                  </a:lnTo>
                  <a:lnTo>
                    <a:pt x="162818" y="98224"/>
                  </a:lnTo>
                  <a:lnTo>
                    <a:pt x="162736" y="98074"/>
                  </a:lnTo>
                  <a:lnTo>
                    <a:pt x="162653" y="97936"/>
                  </a:lnTo>
                  <a:lnTo>
                    <a:pt x="162559" y="97797"/>
                  </a:lnTo>
                  <a:lnTo>
                    <a:pt x="162460" y="97663"/>
                  </a:lnTo>
                  <a:lnTo>
                    <a:pt x="162349" y="97529"/>
                  </a:lnTo>
                  <a:lnTo>
                    <a:pt x="162234" y="97400"/>
                  </a:lnTo>
                  <a:lnTo>
                    <a:pt x="162101" y="97277"/>
                  </a:lnTo>
                  <a:lnTo>
                    <a:pt x="153254" y="89071"/>
                  </a:lnTo>
                  <a:lnTo>
                    <a:pt x="153122" y="88957"/>
                  </a:lnTo>
                  <a:lnTo>
                    <a:pt x="152984" y="88849"/>
                  </a:lnTo>
                  <a:lnTo>
                    <a:pt x="152841" y="88746"/>
                  </a:lnTo>
                  <a:lnTo>
                    <a:pt x="152697" y="88654"/>
                  </a:lnTo>
                  <a:lnTo>
                    <a:pt x="152548" y="88566"/>
                  </a:lnTo>
                  <a:lnTo>
                    <a:pt x="152394" y="88489"/>
                  </a:lnTo>
                  <a:lnTo>
                    <a:pt x="152234" y="88412"/>
                  </a:lnTo>
                  <a:lnTo>
                    <a:pt x="152074" y="88350"/>
                  </a:lnTo>
                  <a:lnTo>
                    <a:pt x="151914" y="88293"/>
                  </a:lnTo>
                  <a:lnTo>
                    <a:pt x="151754" y="88247"/>
                  </a:lnTo>
                  <a:lnTo>
                    <a:pt x="151583" y="88206"/>
                  </a:lnTo>
                  <a:lnTo>
                    <a:pt x="151412" y="88170"/>
                  </a:lnTo>
                  <a:lnTo>
                    <a:pt x="151247" y="88144"/>
                  </a:lnTo>
                  <a:lnTo>
                    <a:pt x="151076" y="88129"/>
                  </a:lnTo>
                  <a:lnTo>
                    <a:pt x="150905" y="88118"/>
                  </a:lnTo>
                  <a:close/>
                  <a:moveTo>
                    <a:pt x="118671" y="0"/>
                  </a:moveTo>
                  <a:cubicBezTo>
                    <a:pt x="184211" y="0"/>
                    <a:pt x="237342" y="53131"/>
                    <a:pt x="237342" y="118671"/>
                  </a:cubicBezTo>
                  <a:cubicBezTo>
                    <a:pt x="237342" y="184211"/>
                    <a:pt x="184211" y="237342"/>
                    <a:pt x="118671" y="237342"/>
                  </a:cubicBezTo>
                  <a:cubicBezTo>
                    <a:pt x="53131" y="237342"/>
                    <a:pt x="0" y="184211"/>
                    <a:pt x="0" y="118671"/>
                  </a:cubicBezTo>
                  <a:cubicBezTo>
                    <a:pt x="0" y="53131"/>
                    <a:pt x="53131" y="0"/>
                    <a:pt x="1186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>
                <a:solidFill>
                  <a:schemeClr val="bg1"/>
                </a:solidFill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21F0182-85A1-957A-9C60-E8619E44A387}"/>
                </a:ext>
              </a:extLst>
            </p:cNvPr>
            <p:cNvSpPr/>
            <p:nvPr/>
          </p:nvSpPr>
          <p:spPr>
            <a:xfrm>
              <a:off x="3780238" y="4045666"/>
              <a:ext cx="1811975" cy="512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l-PL" sz="2000" dirty="0">
                  <a:solidFill>
                    <a:schemeClr val="bg1"/>
                  </a:solidFill>
                  <a:latin typeface="League Spartan" pitchFamily="2" charset="77"/>
                </a:rPr>
                <a:t>Item number 2</a:t>
              </a:r>
              <a:endParaRPr lang="en-US" sz="2000" dirty="0">
                <a:solidFill>
                  <a:schemeClr val="bg1"/>
                </a:solidFill>
                <a:latin typeface="League Spartan" pitchFamily="2" charset="77"/>
                <a:cs typeface="Poppins" pitchFamily="2" charset="77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A1AAB8-B7E1-8CDA-C001-E9392E0716DB}"/>
                </a:ext>
              </a:extLst>
            </p:cNvPr>
            <p:cNvSpPr/>
            <p:nvPr/>
          </p:nvSpPr>
          <p:spPr>
            <a:xfrm>
              <a:off x="3175804" y="2780202"/>
              <a:ext cx="251633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l-PL" sz="3200" b="1" dirty="0">
                  <a:solidFill>
                    <a:schemeClr val="accent3"/>
                  </a:solidFill>
                  <a:latin typeface="League Spartan" pitchFamily="2" charset="77"/>
                  <a:ea typeface="Roboto" panose="02000000000000000000" pitchFamily="2" charset="0"/>
                  <a:cs typeface="Poppins SemiBold" panose="00000700000000000000" pitchFamily="2" charset="0"/>
                </a:rPr>
                <a:t>NICE TITLE</a:t>
              </a:r>
              <a:endParaRPr lang="en-US" sz="3200" b="1" dirty="0">
                <a:solidFill>
                  <a:schemeClr val="accent3"/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" name="Freeform: Shape 22">
              <a:extLst>
                <a:ext uri="{FF2B5EF4-FFF2-40B4-BE49-F238E27FC236}">
                  <a16:creationId xmlns:a16="http://schemas.microsoft.com/office/drawing/2014/main" id="{244C2D3E-ACEF-9A20-99BE-FB94A61D47B9}"/>
                </a:ext>
              </a:extLst>
            </p:cNvPr>
            <p:cNvSpPr/>
            <p:nvPr/>
          </p:nvSpPr>
          <p:spPr>
            <a:xfrm>
              <a:off x="3474043" y="3560017"/>
              <a:ext cx="237342" cy="237342"/>
            </a:xfrm>
            <a:custGeom>
              <a:avLst/>
              <a:gdLst>
                <a:gd name="connsiteX0" fmla="*/ 150734 w 237342"/>
                <a:gd name="connsiteY0" fmla="*/ 88113 h 237342"/>
                <a:gd name="connsiteX1" fmla="*/ 150563 w 237342"/>
                <a:gd name="connsiteY1" fmla="*/ 88118 h 237342"/>
                <a:gd name="connsiteX2" fmla="*/ 150392 w 237342"/>
                <a:gd name="connsiteY2" fmla="*/ 88129 h 237342"/>
                <a:gd name="connsiteX3" fmla="*/ 150221 w 237342"/>
                <a:gd name="connsiteY3" fmla="*/ 88149 h 237342"/>
                <a:gd name="connsiteX4" fmla="*/ 150050 w 237342"/>
                <a:gd name="connsiteY4" fmla="*/ 88175 h 237342"/>
                <a:gd name="connsiteX5" fmla="*/ 149884 w 237342"/>
                <a:gd name="connsiteY5" fmla="*/ 88211 h 237342"/>
                <a:gd name="connsiteX6" fmla="*/ 149719 w 237342"/>
                <a:gd name="connsiteY6" fmla="*/ 88252 h 237342"/>
                <a:gd name="connsiteX7" fmla="*/ 149553 w 237342"/>
                <a:gd name="connsiteY7" fmla="*/ 88298 h 237342"/>
                <a:gd name="connsiteX8" fmla="*/ 149393 w 237342"/>
                <a:gd name="connsiteY8" fmla="*/ 88355 h 237342"/>
                <a:gd name="connsiteX9" fmla="*/ 149233 w 237342"/>
                <a:gd name="connsiteY9" fmla="*/ 88422 h 237342"/>
                <a:gd name="connsiteX10" fmla="*/ 149079 w 237342"/>
                <a:gd name="connsiteY10" fmla="*/ 88499 h 237342"/>
                <a:gd name="connsiteX11" fmla="*/ 148925 w 237342"/>
                <a:gd name="connsiteY11" fmla="*/ 88576 h 237342"/>
                <a:gd name="connsiteX12" fmla="*/ 148770 w 237342"/>
                <a:gd name="connsiteY12" fmla="*/ 88664 h 237342"/>
                <a:gd name="connsiteX13" fmla="*/ 148627 w 237342"/>
                <a:gd name="connsiteY13" fmla="*/ 88757 h 237342"/>
                <a:gd name="connsiteX14" fmla="*/ 148489 w 237342"/>
                <a:gd name="connsiteY14" fmla="*/ 88860 h 237342"/>
                <a:gd name="connsiteX15" fmla="*/ 148351 w 237342"/>
                <a:gd name="connsiteY15" fmla="*/ 88968 h 237342"/>
                <a:gd name="connsiteX16" fmla="*/ 148219 w 237342"/>
                <a:gd name="connsiteY16" fmla="*/ 89091 h 237342"/>
                <a:gd name="connsiteX17" fmla="*/ 108639 w 237342"/>
                <a:gd name="connsiteY17" fmla="*/ 126121 h 237342"/>
                <a:gd name="connsiteX18" fmla="*/ 108501 w 237342"/>
                <a:gd name="connsiteY18" fmla="*/ 126234 h 237342"/>
                <a:gd name="connsiteX19" fmla="*/ 108369 w 237342"/>
                <a:gd name="connsiteY19" fmla="*/ 126342 h 237342"/>
                <a:gd name="connsiteX20" fmla="*/ 108225 w 237342"/>
                <a:gd name="connsiteY20" fmla="*/ 126450 h 237342"/>
                <a:gd name="connsiteX21" fmla="*/ 108082 w 237342"/>
                <a:gd name="connsiteY21" fmla="*/ 126543 h 237342"/>
                <a:gd name="connsiteX22" fmla="*/ 107933 w 237342"/>
                <a:gd name="connsiteY22" fmla="*/ 126630 h 237342"/>
                <a:gd name="connsiteX23" fmla="*/ 107779 w 237342"/>
                <a:gd name="connsiteY23" fmla="*/ 126713 h 237342"/>
                <a:gd name="connsiteX24" fmla="*/ 107619 w 237342"/>
                <a:gd name="connsiteY24" fmla="*/ 126785 h 237342"/>
                <a:gd name="connsiteX25" fmla="*/ 107464 w 237342"/>
                <a:gd name="connsiteY25" fmla="*/ 126847 h 237342"/>
                <a:gd name="connsiteX26" fmla="*/ 107304 w 237342"/>
                <a:gd name="connsiteY26" fmla="*/ 126903 h 237342"/>
                <a:gd name="connsiteX27" fmla="*/ 107133 w 237342"/>
                <a:gd name="connsiteY27" fmla="*/ 126950 h 237342"/>
                <a:gd name="connsiteX28" fmla="*/ 106968 w 237342"/>
                <a:gd name="connsiteY28" fmla="*/ 126991 h 237342"/>
                <a:gd name="connsiteX29" fmla="*/ 106802 w 237342"/>
                <a:gd name="connsiteY29" fmla="*/ 127027 h 237342"/>
                <a:gd name="connsiteX30" fmla="*/ 106637 w 237342"/>
                <a:gd name="connsiteY30" fmla="*/ 127058 h 237342"/>
                <a:gd name="connsiteX31" fmla="*/ 106460 w 237342"/>
                <a:gd name="connsiteY31" fmla="*/ 127078 h 237342"/>
                <a:gd name="connsiteX32" fmla="*/ 106289 w 237342"/>
                <a:gd name="connsiteY32" fmla="*/ 127089 h 237342"/>
                <a:gd name="connsiteX33" fmla="*/ 106124 w 237342"/>
                <a:gd name="connsiteY33" fmla="*/ 127094 h 237342"/>
                <a:gd name="connsiteX34" fmla="*/ 105953 w 237342"/>
                <a:gd name="connsiteY34" fmla="*/ 127089 h 237342"/>
                <a:gd name="connsiteX35" fmla="*/ 105776 w 237342"/>
                <a:gd name="connsiteY35" fmla="*/ 127078 h 237342"/>
                <a:gd name="connsiteX36" fmla="*/ 105611 w 237342"/>
                <a:gd name="connsiteY36" fmla="*/ 127058 h 237342"/>
                <a:gd name="connsiteX37" fmla="*/ 105440 w 237342"/>
                <a:gd name="connsiteY37" fmla="*/ 127027 h 237342"/>
                <a:gd name="connsiteX38" fmla="*/ 105274 w 237342"/>
                <a:gd name="connsiteY38" fmla="*/ 126996 h 237342"/>
                <a:gd name="connsiteX39" fmla="*/ 105103 w 237342"/>
                <a:gd name="connsiteY39" fmla="*/ 126955 h 237342"/>
                <a:gd name="connsiteX40" fmla="*/ 104944 w 237342"/>
                <a:gd name="connsiteY40" fmla="*/ 126903 h 237342"/>
                <a:gd name="connsiteX41" fmla="*/ 104784 w 237342"/>
                <a:gd name="connsiteY41" fmla="*/ 126847 h 237342"/>
                <a:gd name="connsiteX42" fmla="*/ 104624 w 237342"/>
                <a:gd name="connsiteY42" fmla="*/ 126785 h 237342"/>
                <a:gd name="connsiteX43" fmla="*/ 104469 w 237342"/>
                <a:gd name="connsiteY43" fmla="*/ 126713 h 237342"/>
                <a:gd name="connsiteX44" fmla="*/ 104309 w 237342"/>
                <a:gd name="connsiteY44" fmla="*/ 126636 h 237342"/>
                <a:gd name="connsiteX45" fmla="*/ 104160 w 237342"/>
                <a:gd name="connsiteY45" fmla="*/ 126548 h 237342"/>
                <a:gd name="connsiteX46" fmla="*/ 104017 w 237342"/>
                <a:gd name="connsiteY46" fmla="*/ 126455 h 237342"/>
                <a:gd name="connsiteX47" fmla="*/ 103879 w 237342"/>
                <a:gd name="connsiteY47" fmla="*/ 126347 h 237342"/>
                <a:gd name="connsiteX48" fmla="*/ 103741 w 237342"/>
                <a:gd name="connsiteY48" fmla="*/ 126239 h 237342"/>
                <a:gd name="connsiteX49" fmla="*/ 103603 w 237342"/>
                <a:gd name="connsiteY49" fmla="*/ 126126 h 237342"/>
                <a:gd name="connsiteX50" fmla="*/ 89163 w 237342"/>
                <a:gd name="connsiteY50" fmla="*/ 112669 h 237342"/>
                <a:gd name="connsiteX51" fmla="*/ 89026 w 237342"/>
                <a:gd name="connsiteY51" fmla="*/ 112556 h 237342"/>
                <a:gd name="connsiteX52" fmla="*/ 88893 w 237342"/>
                <a:gd name="connsiteY52" fmla="*/ 112448 h 237342"/>
                <a:gd name="connsiteX53" fmla="*/ 88750 w 237342"/>
                <a:gd name="connsiteY53" fmla="*/ 112345 h 237342"/>
                <a:gd name="connsiteX54" fmla="*/ 88606 w 237342"/>
                <a:gd name="connsiteY54" fmla="*/ 112252 h 237342"/>
                <a:gd name="connsiteX55" fmla="*/ 88457 w 237342"/>
                <a:gd name="connsiteY55" fmla="*/ 112159 h 237342"/>
                <a:gd name="connsiteX56" fmla="*/ 88303 w 237342"/>
                <a:gd name="connsiteY56" fmla="*/ 112082 h 237342"/>
                <a:gd name="connsiteX57" fmla="*/ 88143 w 237342"/>
                <a:gd name="connsiteY57" fmla="*/ 112010 h 237342"/>
                <a:gd name="connsiteX58" fmla="*/ 87989 w 237342"/>
                <a:gd name="connsiteY58" fmla="*/ 111948 h 237342"/>
                <a:gd name="connsiteX59" fmla="*/ 87829 w 237342"/>
                <a:gd name="connsiteY59" fmla="*/ 111892 h 237342"/>
                <a:gd name="connsiteX60" fmla="*/ 87658 w 237342"/>
                <a:gd name="connsiteY60" fmla="*/ 111840 h 237342"/>
                <a:gd name="connsiteX61" fmla="*/ 87492 w 237342"/>
                <a:gd name="connsiteY61" fmla="*/ 111799 h 237342"/>
                <a:gd name="connsiteX62" fmla="*/ 87327 w 237342"/>
                <a:gd name="connsiteY62" fmla="*/ 111768 h 237342"/>
                <a:gd name="connsiteX63" fmla="*/ 87156 w 237342"/>
                <a:gd name="connsiteY63" fmla="*/ 111742 h 237342"/>
                <a:gd name="connsiteX64" fmla="*/ 86985 w 237342"/>
                <a:gd name="connsiteY64" fmla="*/ 111722 h 237342"/>
                <a:gd name="connsiteX65" fmla="*/ 86814 w 237342"/>
                <a:gd name="connsiteY65" fmla="*/ 111712 h 237342"/>
                <a:gd name="connsiteX66" fmla="*/ 86643 w 237342"/>
                <a:gd name="connsiteY66" fmla="*/ 111706 h 237342"/>
                <a:gd name="connsiteX67" fmla="*/ 86477 w 237342"/>
                <a:gd name="connsiteY67" fmla="*/ 111712 h 237342"/>
                <a:gd name="connsiteX68" fmla="*/ 86301 w 237342"/>
                <a:gd name="connsiteY68" fmla="*/ 111722 h 237342"/>
                <a:gd name="connsiteX69" fmla="*/ 86130 w 237342"/>
                <a:gd name="connsiteY69" fmla="*/ 111742 h 237342"/>
                <a:gd name="connsiteX70" fmla="*/ 85964 w 237342"/>
                <a:gd name="connsiteY70" fmla="*/ 111768 h 237342"/>
                <a:gd name="connsiteX71" fmla="*/ 85799 w 237342"/>
                <a:gd name="connsiteY71" fmla="*/ 111799 h 237342"/>
                <a:gd name="connsiteX72" fmla="*/ 85628 w 237342"/>
                <a:gd name="connsiteY72" fmla="*/ 111840 h 237342"/>
                <a:gd name="connsiteX73" fmla="*/ 85463 w 237342"/>
                <a:gd name="connsiteY73" fmla="*/ 111892 h 237342"/>
                <a:gd name="connsiteX74" fmla="*/ 85303 w 237342"/>
                <a:gd name="connsiteY74" fmla="*/ 111948 h 237342"/>
                <a:gd name="connsiteX75" fmla="*/ 85143 w 237342"/>
                <a:gd name="connsiteY75" fmla="*/ 112010 h 237342"/>
                <a:gd name="connsiteX76" fmla="*/ 84988 w 237342"/>
                <a:gd name="connsiteY76" fmla="*/ 112082 h 237342"/>
                <a:gd name="connsiteX77" fmla="*/ 84834 w 237342"/>
                <a:gd name="connsiteY77" fmla="*/ 112159 h 237342"/>
                <a:gd name="connsiteX78" fmla="*/ 84685 w 237342"/>
                <a:gd name="connsiteY78" fmla="*/ 112252 h 237342"/>
                <a:gd name="connsiteX79" fmla="*/ 84541 w 237342"/>
                <a:gd name="connsiteY79" fmla="*/ 112345 h 237342"/>
                <a:gd name="connsiteX80" fmla="*/ 84398 w 237342"/>
                <a:gd name="connsiteY80" fmla="*/ 112448 h 237342"/>
                <a:gd name="connsiteX81" fmla="*/ 84255 w 237342"/>
                <a:gd name="connsiteY81" fmla="*/ 112556 h 237342"/>
                <a:gd name="connsiteX82" fmla="*/ 84128 w 237342"/>
                <a:gd name="connsiteY82" fmla="*/ 112674 h 237342"/>
                <a:gd name="connsiteX83" fmla="*/ 75231 w 237342"/>
                <a:gd name="connsiteY83" fmla="*/ 120978 h 237342"/>
                <a:gd name="connsiteX84" fmla="*/ 75104 w 237342"/>
                <a:gd name="connsiteY84" fmla="*/ 121101 h 237342"/>
                <a:gd name="connsiteX85" fmla="*/ 74988 w 237342"/>
                <a:gd name="connsiteY85" fmla="*/ 121225 h 237342"/>
                <a:gd name="connsiteX86" fmla="*/ 74884 w 237342"/>
                <a:gd name="connsiteY86" fmla="*/ 121364 h 237342"/>
                <a:gd name="connsiteX87" fmla="*/ 74779 w 237342"/>
                <a:gd name="connsiteY87" fmla="*/ 121498 h 237342"/>
                <a:gd name="connsiteX88" fmla="*/ 74691 w 237342"/>
                <a:gd name="connsiteY88" fmla="*/ 121637 h 237342"/>
                <a:gd name="connsiteX89" fmla="*/ 74602 w 237342"/>
                <a:gd name="connsiteY89" fmla="*/ 121776 h 237342"/>
                <a:gd name="connsiteX90" fmla="*/ 74520 w 237342"/>
                <a:gd name="connsiteY90" fmla="*/ 121930 h 237342"/>
                <a:gd name="connsiteX91" fmla="*/ 74453 w 237342"/>
                <a:gd name="connsiteY91" fmla="*/ 122074 h 237342"/>
                <a:gd name="connsiteX92" fmla="*/ 74393 w 237342"/>
                <a:gd name="connsiteY92" fmla="*/ 122224 h 237342"/>
                <a:gd name="connsiteX93" fmla="*/ 74338 w 237342"/>
                <a:gd name="connsiteY93" fmla="*/ 122378 h 237342"/>
                <a:gd name="connsiteX94" fmla="*/ 74294 w 237342"/>
                <a:gd name="connsiteY94" fmla="*/ 122538 h 237342"/>
                <a:gd name="connsiteX95" fmla="*/ 74260 w 237342"/>
                <a:gd name="connsiteY95" fmla="*/ 122692 h 237342"/>
                <a:gd name="connsiteX96" fmla="*/ 74233 w 237342"/>
                <a:gd name="connsiteY96" fmla="*/ 122847 h 237342"/>
                <a:gd name="connsiteX97" fmla="*/ 74211 w 237342"/>
                <a:gd name="connsiteY97" fmla="*/ 123006 h 237342"/>
                <a:gd name="connsiteX98" fmla="*/ 74200 w 237342"/>
                <a:gd name="connsiteY98" fmla="*/ 123166 h 237342"/>
                <a:gd name="connsiteX99" fmla="*/ 74194 w 237342"/>
                <a:gd name="connsiteY99" fmla="*/ 123331 h 237342"/>
                <a:gd name="connsiteX100" fmla="*/ 74200 w 237342"/>
                <a:gd name="connsiteY100" fmla="*/ 123485 h 237342"/>
                <a:gd name="connsiteX101" fmla="*/ 74211 w 237342"/>
                <a:gd name="connsiteY101" fmla="*/ 123645 h 237342"/>
                <a:gd name="connsiteX102" fmla="*/ 74227 w 237342"/>
                <a:gd name="connsiteY102" fmla="*/ 123804 h 237342"/>
                <a:gd name="connsiteX103" fmla="*/ 74260 w 237342"/>
                <a:gd name="connsiteY103" fmla="*/ 123964 h 237342"/>
                <a:gd name="connsiteX104" fmla="*/ 74294 w 237342"/>
                <a:gd name="connsiteY104" fmla="*/ 124118 h 237342"/>
                <a:gd name="connsiteX105" fmla="*/ 74338 w 237342"/>
                <a:gd name="connsiteY105" fmla="*/ 124273 h 237342"/>
                <a:gd name="connsiteX106" fmla="*/ 74387 w 237342"/>
                <a:gd name="connsiteY106" fmla="*/ 124427 h 237342"/>
                <a:gd name="connsiteX107" fmla="*/ 74448 w 237342"/>
                <a:gd name="connsiteY107" fmla="*/ 124582 h 237342"/>
                <a:gd name="connsiteX108" fmla="*/ 74520 w 237342"/>
                <a:gd name="connsiteY108" fmla="*/ 124731 h 237342"/>
                <a:gd name="connsiteX109" fmla="*/ 74602 w 237342"/>
                <a:gd name="connsiteY109" fmla="*/ 124875 h 237342"/>
                <a:gd name="connsiteX110" fmla="*/ 74685 w 237342"/>
                <a:gd name="connsiteY110" fmla="*/ 125014 h 237342"/>
                <a:gd name="connsiteX111" fmla="*/ 74779 w 237342"/>
                <a:gd name="connsiteY111" fmla="*/ 125158 h 237342"/>
                <a:gd name="connsiteX112" fmla="*/ 74878 w 237342"/>
                <a:gd name="connsiteY112" fmla="*/ 125297 h 237342"/>
                <a:gd name="connsiteX113" fmla="*/ 74983 w 237342"/>
                <a:gd name="connsiteY113" fmla="*/ 125426 h 237342"/>
                <a:gd name="connsiteX114" fmla="*/ 75099 w 237342"/>
                <a:gd name="connsiteY114" fmla="*/ 125554 h 237342"/>
                <a:gd name="connsiteX115" fmla="*/ 75226 w 237342"/>
                <a:gd name="connsiteY115" fmla="*/ 125678 h 237342"/>
                <a:gd name="connsiteX116" fmla="*/ 97834 w 237342"/>
                <a:gd name="connsiteY116" fmla="*/ 146872 h 237342"/>
                <a:gd name="connsiteX117" fmla="*/ 97966 w 237342"/>
                <a:gd name="connsiteY117" fmla="*/ 147001 h 237342"/>
                <a:gd name="connsiteX118" fmla="*/ 98104 w 237342"/>
                <a:gd name="connsiteY118" fmla="*/ 147119 h 237342"/>
                <a:gd name="connsiteX119" fmla="*/ 98259 w 237342"/>
                <a:gd name="connsiteY119" fmla="*/ 147233 h 237342"/>
                <a:gd name="connsiteX120" fmla="*/ 98408 w 237342"/>
                <a:gd name="connsiteY120" fmla="*/ 147346 h 237342"/>
                <a:gd name="connsiteX121" fmla="*/ 98568 w 237342"/>
                <a:gd name="connsiteY121" fmla="*/ 147459 h 237342"/>
                <a:gd name="connsiteX122" fmla="*/ 98733 w 237342"/>
                <a:gd name="connsiteY122" fmla="*/ 147572 h 237342"/>
                <a:gd name="connsiteX123" fmla="*/ 98909 w 237342"/>
                <a:gd name="connsiteY123" fmla="*/ 147686 h 237342"/>
                <a:gd name="connsiteX124" fmla="*/ 99086 w 237342"/>
                <a:gd name="connsiteY124" fmla="*/ 147789 h 237342"/>
                <a:gd name="connsiteX125" fmla="*/ 99268 w 237342"/>
                <a:gd name="connsiteY125" fmla="*/ 147892 h 237342"/>
                <a:gd name="connsiteX126" fmla="*/ 99456 w 237342"/>
                <a:gd name="connsiteY126" fmla="*/ 147995 h 237342"/>
                <a:gd name="connsiteX127" fmla="*/ 99649 w 237342"/>
                <a:gd name="connsiteY127" fmla="*/ 148092 h 237342"/>
                <a:gd name="connsiteX128" fmla="*/ 99842 w 237342"/>
                <a:gd name="connsiteY128" fmla="*/ 148185 h 237342"/>
                <a:gd name="connsiteX129" fmla="*/ 100040 w 237342"/>
                <a:gd name="connsiteY129" fmla="*/ 148283 h 237342"/>
                <a:gd name="connsiteX130" fmla="*/ 100239 w 237342"/>
                <a:gd name="connsiteY130" fmla="*/ 148370 h 237342"/>
                <a:gd name="connsiteX131" fmla="*/ 100448 w 237342"/>
                <a:gd name="connsiteY131" fmla="*/ 148458 h 237342"/>
                <a:gd name="connsiteX132" fmla="*/ 100647 w 237342"/>
                <a:gd name="connsiteY132" fmla="*/ 148540 h 237342"/>
                <a:gd name="connsiteX133" fmla="*/ 100856 w 237342"/>
                <a:gd name="connsiteY133" fmla="*/ 148618 h 237342"/>
                <a:gd name="connsiteX134" fmla="*/ 101066 w 237342"/>
                <a:gd name="connsiteY134" fmla="*/ 148690 h 237342"/>
                <a:gd name="connsiteX135" fmla="*/ 101276 w 237342"/>
                <a:gd name="connsiteY135" fmla="*/ 148757 h 237342"/>
                <a:gd name="connsiteX136" fmla="*/ 101485 w 237342"/>
                <a:gd name="connsiteY136" fmla="*/ 148823 h 237342"/>
                <a:gd name="connsiteX137" fmla="*/ 101695 w 237342"/>
                <a:gd name="connsiteY137" fmla="*/ 148885 h 237342"/>
                <a:gd name="connsiteX138" fmla="*/ 101904 w 237342"/>
                <a:gd name="connsiteY138" fmla="*/ 148947 h 237342"/>
                <a:gd name="connsiteX139" fmla="*/ 102114 w 237342"/>
                <a:gd name="connsiteY139" fmla="*/ 148998 h 237342"/>
                <a:gd name="connsiteX140" fmla="*/ 102318 w 237342"/>
                <a:gd name="connsiteY140" fmla="*/ 149045 h 237342"/>
                <a:gd name="connsiteX141" fmla="*/ 102528 w 237342"/>
                <a:gd name="connsiteY141" fmla="*/ 149086 h 237342"/>
                <a:gd name="connsiteX142" fmla="*/ 102732 w 237342"/>
                <a:gd name="connsiteY142" fmla="*/ 149122 h 237342"/>
                <a:gd name="connsiteX143" fmla="*/ 102930 w 237342"/>
                <a:gd name="connsiteY143" fmla="*/ 149158 h 237342"/>
                <a:gd name="connsiteX144" fmla="*/ 103134 w 237342"/>
                <a:gd name="connsiteY144" fmla="*/ 149184 h 237342"/>
                <a:gd name="connsiteX145" fmla="*/ 103333 w 237342"/>
                <a:gd name="connsiteY145" fmla="*/ 149204 h 237342"/>
                <a:gd name="connsiteX146" fmla="*/ 103526 w 237342"/>
                <a:gd name="connsiteY146" fmla="*/ 149220 h 237342"/>
                <a:gd name="connsiteX147" fmla="*/ 103714 w 237342"/>
                <a:gd name="connsiteY147" fmla="*/ 149225 h 237342"/>
                <a:gd name="connsiteX148" fmla="*/ 103901 w 237342"/>
                <a:gd name="connsiteY148" fmla="*/ 149230 h 237342"/>
                <a:gd name="connsiteX149" fmla="*/ 108049 w 237342"/>
                <a:gd name="connsiteY149" fmla="*/ 149230 h 237342"/>
                <a:gd name="connsiteX150" fmla="*/ 108231 w 237342"/>
                <a:gd name="connsiteY150" fmla="*/ 149225 h 237342"/>
                <a:gd name="connsiteX151" fmla="*/ 108418 w 237342"/>
                <a:gd name="connsiteY151" fmla="*/ 149220 h 237342"/>
                <a:gd name="connsiteX152" fmla="*/ 108617 w 237342"/>
                <a:gd name="connsiteY152" fmla="*/ 149204 h 237342"/>
                <a:gd name="connsiteX153" fmla="*/ 108815 w 237342"/>
                <a:gd name="connsiteY153" fmla="*/ 149184 h 237342"/>
                <a:gd name="connsiteX154" fmla="*/ 109014 w 237342"/>
                <a:gd name="connsiteY154" fmla="*/ 149158 h 237342"/>
                <a:gd name="connsiteX155" fmla="*/ 109213 w 237342"/>
                <a:gd name="connsiteY155" fmla="*/ 149127 h 237342"/>
                <a:gd name="connsiteX156" fmla="*/ 109422 w 237342"/>
                <a:gd name="connsiteY156" fmla="*/ 149086 h 237342"/>
                <a:gd name="connsiteX157" fmla="*/ 109626 w 237342"/>
                <a:gd name="connsiteY157" fmla="*/ 149045 h 237342"/>
                <a:gd name="connsiteX158" fmla="*/ 109830 w 237342"/>
                <a:gd name="connsiteY158" fmla="*/ 148998 h 237342"/>
                <a:gd name="connsiteX159" fmla="*/ 110045 w 237342"/>
                <a:gd name="connsiteY159" fmla="*/ 148947 h 237342"/>
                <a:gd name="connsiteX160" fmla="*/ 110255 w 237342"/>
                <a:gd name="connsiteY160" fmla="*/ 148885 h 237342"/>
                <a:gd name="connsiteX161" fmla="*/ 110465 w 237342"/>
                <a:gd name="connsiteY161" fmla="*/ 148823 h 237342"/>
                <a:gd name="connsiteX162" fmla="*/ 110669 w 237342"/>
                <a:gd name="connsiteY162" fmla="*/ 148762 h 237342"/>
                <a:gd name="connsiteX163" fmla="*/ 110884 w 237342"/>
                <a:gd name="connsiteY163" fmla="*/ 148690 h 237342"/>
                <a:gd name="connsiteX164" fmla="*/ 111088 w 237342"/>
                <a:gd name="connsiteY164" fmla="*/ 148618 h 237342"/>
                <a:gd name="connsiteX165" fmla="*/ 111297 w 237342"/>
                <a:gd name="connsiteY165" fmla="*/ 148540 h 237342"/>
                <a:gd name="connsiteX166" fmla="*/ 111507 w 237342"/>
                <a:gd name="connsiteY166" fmla="*/ 148458 h 237342"/>
                <a:gd name="connsiteX167" fmla="*/ 111706 w 237342"/>
                <a:gd name="connsiteY167" fmla="*/ 148376 h 237342"/>
                <a:gd name="connsiteX168" fmla="*/ 111904 w 237342"/>
                <a:gd name="connsiteY168" fmla="*/ 148283 h 237342"/>
                <a:gd name="connsiteX169" fmla="*/ 112108 w 237342"/>
                <a:gd name="connsiteY169" fmla="*/ 148190 h 237342"/>
                <a:gd name="connsiteX170" fmla="*/ 112301 w 237342"/>
                <a:gd name="connsiteY170" fmla="*/ 148092 h 237342"/>
                <a:gd name="connsiteX171" fmla="*/ 112489 w 237342"/>
                <a:gd name="connsiteY171" fmla="*/ 147995 h 237342"/>
                <a:gd name="connsiteX172" fmla="*/ 112676 w 237342"/>
                <a:gd name="connsiteY172" fmla="*/ 147897 h 237342"/>
                <a:gd name="connsiteX173" fmla="*/ 112864 w 237342"/>
                <a:gd name="connsiteY173" fmla="*/ 147794 h 237342"/>
                <a:gd name="connsiteX174" fmla="*/ 113040 w 237342"/>
                <a:gd name="connsiteY174" fmla="*/ 147686 h 237342"/>
                <a:gd name="connsiteX175" fmla="*/ 113211 w 237342"/>
                <a:gd name="connsiteY175" fmla="*/ 147572 h 237342"/>
                <a:gd name="connsiteX176" fmla="*/ 113377 w 237342"/>
                <a:gd name="connsiteY176" fmla="*/ 147464 h 237342"/>
                <a:gd name="connsiteX177" fmla="*/ 113542 w 237342"/>
                <a:gd name="connsiteY177" fmla="*/ 147351 h 237342"/>
                <a:gd name="connsiteX178" fmla="*/ 113697 w 237342"/>
                <a:gd name="connsiteY178" fmla="*/ 147238 h 237342"/>
                <a:gd name="connsiteX179" fmla="*/ 113840 w 237342"/>
                <a:gd name="connsiteY179" fmla="*/ 147119 h 237342"/>
                <a:gd name="connsiteX180" fmla="*/ 113984 w 237342"/>
                <a:gd name="connsiteY180" fmla="*/ 147001 h 237342"/>
                <a:gd name="connsiteX181" fmla="*/ 114116 w 237342"/>
                <a:gd name="connsiteY181" fmla="*/ 146877 h 237342"/>
                <a:gd name="connsiteX182" fmla="*/ 162118 w 237342"/>
                <a:gd name="connsiteY182" fmla="*/ 101972 h 237342"/>
                <a:gd name="connsiteX183" fmla="*/ 162245 w 237342"/>
                <a:gd name="connsiteY183" fmla="*/ 101843 h 237342"/>
                <a:gd name="connsiteX184" fmla="*/ 162361 w 237342"/>
                <a:gd name="connsiteY184" fmla="*/ 101714 h 237342"/>
                <a:gd name="connsiteX185" fmla="*/ 162465 w 237342"/>
                <a:gd name="connsiteY185" fmla="*/ 101585 h 237342"/>
                <a:gd name="connsiteX186" fmla="*/ 162570 w 237342"/>
                <a:gd name="connsiteY186" fmla="*/ 101452 h 237342"/>
                <a:gd name="connsiteX187" fmla="*/ 162658 w 237342"/>
                <a:gd name="connsiteY187" fmla="*/ 101313 h 237342"/>
                <a:gd name="connsiteX188" fmla="*/ 162747 w 237342"/>
                <a:gd name="connsiteY188" fmla="*/ 101163 h 237342"/>
                <a:gd name="connsiteX189" fmla="*/ 162824 w 237342"/>
                <a:gd name="connsiteY189" fmla="*/ 101019 h 237342"/>
                <a:gd name="connsiteX190" fmla="*/ 162896 w 237342"/>
                <a:gd name="connsiteY190" fmla="*/ 100870 h 237342"/>
                <a:gd name="connsiteX191" fmla="*/ 162956 w 237342"/>
                <a:gd name="connsiteY191" fmla="*/ 100721 h 237342"/>
                <a:gd name="connsiteX192" fmla="*/ 163006 w 237342"/>
                <a:gd name="connsiteY192" fmla="*/ 100566 h 237342"/>
                <a:gd name="connsiteX193" fmla="*/ 163050 w 237342"/>
                <a:gd name="connsiteY193" fmla="*/ 100412 h 237342"/>
                <a:gd name="connsiteX194" fmla="*/ 163089 w 237342"/>
                <a:gd name="connsiteY194" fmla="*/ 100257 h 237342"/>
                <a:gd name="connsiteX195" fmla="*/ 163116 w 237342"/>
                <a:gd name="connsiteY195" fmla="*/ 100098 h 237342"/>
                <a:gd name="connsiteX196" fmla="*/ 163133 w 237342"/>
                <a:gd name="connsiteY196" fmla="*/ 99938 h 237342"/>
                <a:gd name="connsiteX197" fmla="*/ 163144 w 237342"/>
                <a:gd name="connsiteY197" fmla="*/ 99778 h 237342"/>
                <a:gd name="connsiteX198" fmla="*/ 163149 w 237342"/>
                <a:gd name="connsiteY198" fmla="*/ 99624 h 237342"/>
                <a:gd name="connsiteX199" fmla="*/ 163144 w 237342"/>
                <a:gd name="connsiteY199" fmla="*/ 99464 h 237342"/>
                <a:gd name="connsiteX200" fmla="*/ 163133 w 237342"/>
                <a:gd name="connsiteY200" fmla="*/ 99300 h 237342"/>
                <a:gd name="connsiteX201" fmla="*/ 163111 w 237342"/>
                <a:gd name="connsiteY201" fmla="*/ 99145 h 237342"/>
                <a:gd name="connsiteX202" fmla="*/ 163083 w 237342"/>
                <a:gd name="connsiteY202" fmla="*/ 98986 h 237342"/>
                <a:gd name="connsiteX203" fmla="*/ 163044 w 237342"/>
                <a:gd name="connsiteY203" fmla="*/ 98831 h 237342"/>
                <a:gd name="connsiteX204" fmla="*/ 163000 w 237342"/>
                <a:gd name="connsiteY204" fmla="*/ 98672 h 237342"/>
                <a:gd name="connsiteX205" fmla="*/ 162951 w 237342"/>
                <a:gd name="connsiteY205" fmla="*/ 98522 h 237342"/>
                <a:gd name="connsiteX206" fmla="*/ 162890 w 237342"/>
                <a:gd name="connsiteY206" fmla="*/ 98373 h 237342"/>
                <a:gd name="connsiteX207" fmla="*/ 162818 w 237342"/>
                <a:gd name="connsiteY207" fmla="*/ 98224 h 237342"/>
                <a:gd name="connsiteX208" fmla="*/ 162736 w 237342"/>
                <a:gd name="connsiteY208" fmla="*/ 98074 h 237342"/>
                <a:gd name="connsiteX209" fmla="*/ 162653 w 237342"/>
                <a:gd name="connsiteY209" fmla="*/ 97936 h 237342"/>
                <a:gd name="connsiteX210" fmla="*/ 162559 w 237342"/>
                <a:gd name="connsiteY210" fmla="*/ 97797 h 237342"/>
                <a:gd name="connsiteX211" fmla="*/ 162460 w 237342"/>
                <a:gd name="connsiteY211" fmla="*/ 97663 h 237342"/>
                <a:gd name="connsiteX212" fmla="*/ 162349 w 237342"/>
                <a:gd name="connsiteY212" fmla="*/ 97529 h 237342"/>
                <a:gd name="connsiteX213" fmla="*/ 162234 w 237342"/>
                <a:gd name="connsiteY213" fmla="*/ 97400 h 237342"/>
                <a:gd name="connsiteX214" fmla="*/ 162101 w 237342"/>
                <a:gd name="connsiteY214" fmla="*/ 97277 h 237342"/>
                <a:gd name="connsiteX215" fmla="*/ 153254 w 237342"/>
                <a:gd name="connsiteY215" fmla="*/ 89071 h 237342"/>
                <a:gd name="connsiteX216" fmla="*/ 153122 w 237342"/>
                <a:gd name="connsiteY216" fmla="*/ 88957 h 237342"/>
                <a:gd name="connsiteX217" fmla="*/ 152984 w 237342"/>
                <a:gd name="connsiteY217" fmla="*/ 88849 h 237342"/>
                <a:gd name="connsiteX218" fmla="*/ 152841 w 237342"/>
                <a:gd name="connsiteY218" fmla="*/ 88746 h 237342"/>
                <a:gd name="connsiteX219" fmla="*/ 152697 w 237342"/>
                <a:gd name="connsiteY219" fmla="*/ 88654 h 237342"/>
                <a:gd name="connsiteX220" fmla="*/ 152548 w 237342"/>
                <a:gd name="connsiteY220" fmla="*/ 88566 h 237342"/>
                <a:gd name="connsiteX221" fmla="*/ 152394 w 237342"/>
                <a:gd name="connsiteY221" fmla="*/ 88489 h 237342"/>
                <a:gd name="connsiteX222" fmla="*/ 152234 w 237342"/>
                <a:gd name="connsiteY222" fmla="*/ 88412 h 237342"/>
                <a:gd name="connsiteX223" fmla="*/ 152074 w 237342"/>
                <a:gd name="connsiteY223" fmla="*/ 88350 h 237342"/>
                <a:gd name="connsiteX224" fmla="*/ 151914 w 237342"/>
                <a:gd name="connsiteY224" fmla="*/ 88293 h 237342"/>
                <a:gd name="connsiteX225" fmla="*/ 151754 w 237342"/>
                <a:gd name="connsiteY225" fmla="*/ 88247 h 237342"/>
                <a:gd name="connsiteX226" fmla="*/ 151583 w 237342"/>
                <a:gd name="connsiteY226" fmla="*/ 88206 h 237342"/>
                <a:gd name="connsiteX227" fmla="*/ 151412 w 237342"/>
                <a:gd name="connsiteY227" fmla="*/ 88170 h 237342"/>
                <a:gd name="connsiteX228" fmla="*/ 151247 w 237342"/>
                <a:gd name="connsiteY228" fmla="*/ 88144 h 237342"/>
                <a:gd name="connsiteX229" fmla="*/ 151076 w 237342"/>
                <a:gd name="connsiteY229" fmla="*/ 88129 h 237342"/>
                <a:gd name="connsiteX230" fmla="*/ 150905 w 237342"/>
                <a:gd name="connsiteY230" fmla="*/ 88118 h 237342"/>
                <a:gd name="connsiteX231" fmla="*/ 118671 w 237342"/>
                <a:gd name="connsiteY231" fmla="*/ 0 h 237342"/>
                <a:gd name="connsiteX232" fmla="*/ 237342 w 237342"/>
                <a:gd name="connsiteY232" fmla="*/ 118671 h 237342"/>
                <a:gd name="connsiteX233" fmla="*/ 118671 w 237342"/>
                <a:gd name="connsiteY233" fmla="*/ 237342 h 237342"/>
                <a:gd name="connsiteX234" fmla="*/ 0 w 237342"/>
                <a:gd name="connsiteY234" fmla="*/ 118671 h 237342"/>
                <a:gd name="connsiteX235" fmla="*/ 118671 w 237342"/>
                <a:gd name="connsiteY235" fmla="*/ 0 h 23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</a:cxnLst>
              <a:rect l="l" t="t" r="r" b="b"/>
              <a:pathLst>
                <a:path w="237342" h="237342">
                  <a:moveTo>
                    <a:pt x="150734" y="88113"/>
                  </a:moveTo>
                  <a:lnTo>
                    <a:pt x="150563" y="88118"/>
                  </a:lnTo>
                  <a:lnTo>
                    <a:pt x="150392" y="88129"/>
                  </a:lnTo>
                  <a:lnTo>
                    <a:pt x="150221" y="88149"/>
                  </a:lnTo>
                  <a:lnTo>
                    <a:pt x="150050" y="88175"/>
                  </a:lnTo>
                  <a:lnTo>
                    <a:pt x="149884" y="88211"/>
                  </a:lnTo>
                  <a:lnTo>
                    <a:pt x="149719" y="88252"/>
                  </a:lnTo>
                  <a:lnTo>
                    <a:pt x="149553" y="88298"/>
                  </a:lnTo>
                  <a:lnTo>
                    <a:pt x="149393" y="88355"/>
                  </a:lnTo>
                  <a:lnTo>
                    <a:pt x="149233" y="88422"/>
                  </a:lnTo>
                  <a:lnTo>
                    <a:pt x="149079" y="88499"/>
                  </a:lnTo>
                  <a:lnTo>
                    <a:pt x="148925" y="88576"/>
                  </a:lnTo>
                  <a:lnTo>
                    <a:pt x="148770" y="88664"/>
                  </a:lnTo>
                  <a:lnTo>
                    <a:pt x="148627" y="88757"/>
                  </a:lnTo>
                  <a:lnTo>
                    <a:pt x="148489" y="88860"/>
                  </a:lnTo>
                  <a:lnTo>
                    <a:pt x="148351" y="88968"/>
                  </a:lnTo>
                  <a:lnTo>
                    <a:pt x="148219" y="89091"/>
                  </a:lnTo>
                  <a:lnTo>
                    <a:pt x="108639" y="126121"/>
                  </a:lnTo>
                  <a:lnTo>
                    <a:pt x="108501" y="126234"/>
                  </a:lnTo>
                  <a:lnTo>
                    <a:pt x="108369" y="126342"/>
                  </a:lnTo>
                  <a:lnTo>
                    <a:pt x="108225" y="126450"/>
                  </a:lnTo>
                  <a:lnTo>
                    <a:pt x="108082" y="126543"/>
                  </a:lnTo>
                  <a:lnTo>
                    <a:pt x="107933" y="126630"/>
                  </a:lnTo>
                  <a:lnTo>
                    <a:pt x="107779" y="126713"/>
                  </a:lnTo>
                  <a:lnTo>
                    <a:pt x="107619" y="126785"/>
                  </a:lnTo>
                  <a:lnTo>
                    <a:pt x="107464" y="126847"/>
                  </a:lnTo>
                  <a:lnTo>
                    <a:pt x="107304" y="126903"/>
                  </a:lnTo>
                  <a:lnTo>
                    <a:pt x="107133" y="126950"/>
                  </a:lnTo>
                  <a:lnTo>
                    <a:pt x="106968" y="126991"/>
                  </a:lnTo>
                  <a:lnTo>
                    <a:pt x="106802" y="127027"/>
                  </a:lnTo>
                  <a:lnTo>
                    <a:pt x="106637" y="127058"/>
                  </a:lnTo>
                  <a:lnTo>
                    <a:pt x="106460" y="127078"/>
                  </a:lnTo>
                  <a:lnTo>
                    <a:pt x="106289" y="127089"/>
                  </a:lnTo>
                  <a:lnTo>
                    <a:pt x="106124" y="127094"/>
                  </a:lnTo>
                  <a:lnTo>
                    <a:pt x="105953" y="127089"/>
                  </a:lnTo>
                  <a:lnTo>
                    <a:pt x="105776" y="127078"/>
                  </a:lnTo>
                  <a:lnTo>
                    <a:pt x="105611" y="127058"/>
                  </a:lnTo>
                  <a:lnTo>
                    <a:pt x="105440" y="127027"/>
                  </a:lnTo>
                  <a:lnTo>
                    <a:pt x="105274" y="126996"/>
                  </a:lnTo>
                  <a:lnTo>
                    <a:pt x="105103" y="126955"/>
                  </a:lnTo>
                  <a:lnTo>
                    <a:pt x="104944" y="126903"/>
                  </a:lnTo>
                  <a:lnTo>
                    <a:pt x="104784" y="126847"/>
                  </a:lnTo>
                  <a:lnTo>
                    <a:pt x="104624" y="126785"/>
                  </a:lnTo>
                  <a:lnTo>
                    <a:pt x="104469" y="126713"/>
                  </a:lnTo>
                  <a:lnTo>
                    <a:pt x="104309" y="126636"/>
                  </a:lnTo>
                  <a:lnTo>
                    <a:pt x="104160" y="126548"/>
                  </a:lnTo>
                  <a:lnTo>
                    <a:pt x="104017" y="126455"/>
                  </a:lnTo>
                  <a:lnTo>
                    <a:pt x="103879" y="126347"/>
                  </a:lnTo>
                  <a:lnTo>
                    <a:pt x="103741" y="126239"/>
                  </a:lnTo>
                  <a:lnTo>
                    <a:pt x="103603" y="126126"/>
                  </a:lnTo>
                  <a:lnTo>
                    <a:pt x="89163" y="112669"/>
                  </a:lnTo>
                  <a:lnTo>
                    <a:pt x="89026" y="112556"/>
                  </a:lnTo>
                  <a:lnTo>
                    <a:pt x="88893" y="112448"/>
                  </a:lnTo>
                  <a:lnTo>
                    <a:pt x="88750" y="112345"/>
                  </a:lnTo>
                  <a:lnTo>
                    <a:pt x="88606" y="112252"/>
                  </a:lnTo>
                  <a:lnTo>
                    <a:pt x="88457" y="112159"/>
                  </a:lnTo>
                  <a:lnTo>
                    <a:pt x="88303" y="112082"/>
                  </a:lnTo>
                  <a:lnTo>
                    <a:pt x="88143" y="112010"/>
                  </a:lnTo>
                  <a:lnTo>
                    <a:pt x="87989" y="111948"/>
                  </a:lnTo>
                  <a:lnTo>
                    <a:pt x="87829" y="111892"/>
                  </a:lnTo>
                  <a:lnTo>
                    <a:pt x="87658" y="111840"/>
                  </a:lnTo>
                  <a:lnTo>
                    <a:pt x="87492" y="111799"/>
                  </a:lnTo>
                  <a:lnTo>
                    <a:pt x="87327" y="111768"/>
                  </a:lnTo>
                  <a:lnTo>
                    <a:pt x="87156" y="111742"/>
                  </a:lnTo>
                  <a:lnTo>
                    <a:pt x="86985" y="111722"/>
                  </a:lnTo>
                  <a:lnTo>
                    <a:pt x="86814" y="111712"/>
                  </a:lnTo>
                  <a:lnTo>
                    <a:pt x="86643" y="111706"/>
                  </a:lnTo>
                  <a:lnTo>
                    <a:pt x="86477" y="111712"/>
                  </a:lnTo>
                  <a:lnTo>
                    <a:pt x="86301" y="111722"/>
                  </a:lnTo>
                  <a:lnTo>
                    <a:pt x="86130" y="111742"/>
                  </a:lnTo>
                  <a:lnTo>
                    <a:pt x="85964" y="111768"/>
                  </a:lnTo>
                  <a:lnTo>
                    <a:pt x="85799" y="111799"/>
                  </a:lnTo>
                  <a:lnTo>
                    <a:pt x="85628" y="111840"/>
                  </a:lnTo>
                  <a:lnTo>
                    <a:pt x="85463" y="111892"/>
                  </a:lnTo>
                  <a:lnTo>
                    <a:pt x="85303" y="111948"/>
                  </a:lnTo>
                  <a:lnTo>
                    <a:pt x="85143" y="112010"/>
                  </a:lnTo>
                  <a:lnTo>
                    <a:pt x="84988" y="112082"/>
                  </a:lnTo>
                  <a:lnTo>
                    <a:pt x="84834" y="112159"/>
                  </a:lnTo>
                  <a:lnTo>
                    <a:pt x="84685" y="112252"/>
                  </a:lnTo>
                  <a:lnTo>
                    <a:pt x="84541" y="112345"/>
                  </a:lnTo>
                  <a:lnTo>
                    <a:pt x="84398" y="112448"/>
                  </a:lnTo>
                  <a:lnTo>
                    <a:pt x="84255" y="112556"/>
                  </a:lnTo>
                  <a:lnTo>
                    <a:pt x="84128" y="112674"/>
                  </a:lnTo>
                  <a:lnTo>
                    <a:pt x="75231" y="120978"/>
                  </a:lnTo>
                  <a:lnTo>
                    <a:pt x="75104" y="121101"/>
                  </a:lnTo>
                  <a:lnTo>
                    <a:pt x="74988" y="121225"/>
                  </a:lnTo>
                  <a:lnTo>
                    <a:pt x="74884" y="121364"/>
                  </a:lnTo>
                  <a:lnTo>
                    <a:pt x="74779" y="121498"/>
                  </a:lnTo>
                  <a:lnTo>
                    <a:pt x="74691" y="121637"/>
                  </a:lnTo>
                  <a:lnTo>
                    <a:pt x="74602" y="121776"/>
                  </a:lnTo>
                  <a:lnTo>
                    <a:pt x="74520" y="121930"/>
                  </a:lnTo>
                  <a:lnTo>
                    <a:pt x="74453" y="122074"/>
                  </a:lnTo>
                  <a:lnTo>
                    <a:pt x="74393" y="122224"/>
                  </a:lnTo>
                  <a:lnTo>
                    <a:pt x="74338" y="122378"/>
                  </a:lnTo>
                  <a:lnTo>
                    <a:pt x="74294" y="122538"/>
                  </a:lnTo>
                  <a:lnTo>
                    <a:pt x="74260" y="122692"/>
                  </a:lnTo>
                  <a:lnTo>
                    <a:pt x="74233" y="122847"/>
                  </a:lnTo>
                  <a:lnTo>
                    <a:pt x="74211" y="123006"/>
                  </a:lnTo>
                  <a:lnTo>
                    <a:pt x="74200" y="123166"/>
                  </a:lnTo>
                  <a:lnTo>
                    <a:pt x="74194" y="123331"/>
                  </a:lnTo>
                  <a:lnTo>
                    <a:pt x="74200" y="123485"/>
                  </a:lnTo>
                  <a:lnTo>
                    <a:pt x="74211" y="123645"/>
                  </a:lnTo>
                  <a:lnTo>
                    <a:pt x="74227" y="123804"/>
                  </a:lnTo>
                  <a:lnTo>
                    <a:pt x="74260" y="123964"/>
                  </a:lnTo>
                  <a:lnTo>
                    <a:pt x="74294" y="124118"/>
                  </a:lnTo>
                  <a:lnTo>
                    <a:pt x="74338" y="124273"/>
                  </a:lnTo>
                  <a:lnTo>
                    <a:pt x="74387" y="124427"/>
                  </a:lnTo>
                  <a:lnTo>
                    <a:pt x="74448" y="124582"/>
                  </a:lnTo>
                  <a:lnTo>
                    <a:pt x="74520" y="124731"/>
                  </a:lnTo>
                  <a:lnTo>
                    <a:pt x="74602" y="124875"/>
                  </a:lnTo>
                  <a:lnTo>
                    <a:pt x="74685" y="125014"/>
                  </a:lnTo>
                  <a:lnTo>
                    <a:pt x="74779" y="125158"/>
                  </a:lnTo>
                  <a:lnTo>
                    <a:pt x="74878" y="125297"/>
                  </a:lnTo>
                  <a:lnTo>
                    <a:pt x="74983" y="125426"/>
                  </a:lnTo>
                  <a:lnTo>
                    <a:pt x="75099" y="125554"/>
                  </a:lnTo>
                  <a:lnTo>
                    <a:pt x="75226" y="125678"/>
                  </a:lnTo>
                  <a:lnTo>
                    <a:pt x="97834" y="146872"/>
                  </a:lnTo>
                  <a:lnTo>
                    <a:pt x="97966" y="147001"/>
                  </a:lnTo>
                  <a:lnTo>
                    <a:pt x="98104" y="147119"/>
                  </a:lnTo>
                  <a:lnTo>
                    <a:pt x="98259" y="147233"/>
                  </a:lnTo>
                  <a:lnTo>
                    <a:pt x="98408" y="147346"/>
                  </a:lnTo>
                  <a:lnTo>
                    <a:pt x="98568" y="147459"/>
                  </a:lnTo>
                  <a:lnTo>
                    <a:pt x="98733" y="147572"/>
                  </a:lnTo>
                  <a:lnTo>
                    <a:pt x="98909" y="147686"/>
                  </a:lnTo>
                  <a:lnTo>
                    <a:pt x="99086" y="147789"/>
                  </a:lnTo>
                  <a:lnTo>
                    <a:pt x="99268" y="147892"/>
                  </a:lnTo>
                  <a:lnTo>
                    <a:pt x="99456" y="147995"/>
                  </a:lnTo>
                  <a:lnTo>
                    <a:pt x="99649" y="148092"/>
                  </a:lnTo>
                  <a:lnTo>
                    <a:pt x="99842" y="148185"/>
                  </a:lnTo>
                  <a:lnTo>
                    <a:pt x="100040" y="148283"/>
                  </a:lnTo>
                  <a:lnTo>
                    <a:pt x="100239" y="148370"/>
                  </a:lnTo>
                  <a:lnTo>
                    <a:pt x="100448" y="148458"/>
                  </a:lnTo>
                  <a:lnTo>
                    <a:pt x="100647" y="148540"/>
                  </a:lnTo>
                  <a:lnTo>
                    <a:pt x="100856" y="148618"/>
                  </a:lnTo>
                  <a:lnTo>
                    <a:pt x="101066" y="148690"/>
                  </a:lnTo>
                  <a:lnTo>
                    <a:pt x="101276" y="148757"/>
                  </a:lnTo>
                  <a:lnTo>
                    <a:pt x="101485" y="148823"/>
                  </a:lnTo>
                  <a:lnTo>
                    <a:pt x="101695" y="148885"/>
                  </a:lnTo>
                  <a:lnTo>
                    <a:pt x="101904" y="148947"/>
                  </a:lnTo>
                  <a:lnTo>
                    <a:pt x="102114" y="148998"/>
                  </a:lnTo>
                  <a:lnTo>
                    <a:pt x="102318" y="149045"/>
                  </a:lnTo>
                  <a:lnTo>
                    <a:pt x="102528" y="149086"/>
                  </a:lnTo>
                  <a:lnTo>
                    <a:pt x="102732" y="149122"/>
                  </a:lnTo>
                  <a:lnTo>
                    <a:pt x="102930" y="149158"/>
                  </a:lnTo>
                  <a:lnTo>
                    <a:pt x="103134" y="149184"/>
                  </a:lnTo>
                  <a:lnTo>
                    <a:pt x="103333" y="149204"/>
                  </a:lnTo>
                  <a:lnTo>
                    <a:pt x="103526" y="149220"/>
                  </a:lnTo>
                  <a:lnTo>
                    <a:pt x="103714" y="149225"/>
                  </a:lnTo>
                  <a:lnTo>
                    <a:pt x="103901" y="149230"/>
                  </a:lnTo>
                  <a:lnTo>
                    <a:pt x="108049" y="149230"/>
                  </a:lnTo>
                  <a:lnTo>
                    <a:pt x="108231" y="149225"/>
                  </a:lnTo>
                  <a:lnTo>
                    <a:pt x="108418" y="149220"/>
                  </a:lnTo>
                  <a:lnTo>
                    <a:pt x="108617" y="149204"/>
                  </a:lnTo>
                  <a:lnTo>
                    <a:pt x="108815" y="149184"/>
                  </a:lnTo>
                  <a:lnTo>
                    <a:pt x="109014" y="149158"/>
                  </a:lnTo>
                  <a:lnTo>
                    <a:pt x="109213" y="149127"/>
                  </a:lnTo>
                  <a:lnTo>
                    <a:pt x="109422" y="149086"/>
                  </a:lnTo>
                  <a:lnTo>
                    <a:pt x="109626" y="149045"/>
                  </a:lnTo>
                  <a:lnTo>
                    <a:pt x="109830" y="148998"/>
                  </a:lnTo>
                  <a:lnTo>
                    <a:pt x="110045" y="148947"/>
                  </a:lnTo>
                  <a:lnTo>
                    <a:pt x="110255" y="148885"/>
                  </a:lnTo>
                  <a:lnTo>
                    <a:pt x="110465" y="148823"/>
                  </a:lnTo>
                  <a:lnTo>
                    <a:pt x="110669" y="148762"/>
                  </a:lnTo>
                  <a:lnTo>
                    <a:pt x="110884" y="148690"/>
                  </a:lnTo>
                  <a:lnTo>
                    <a:pt x="111088" y="148618"/>
                  </a:lnTo>
                  <a:lnTo>
                    <a:pt x="111297" y="148540"/>
                  </a:lnTo>
                  <a:lnTo>
                    <a:pt x="111507" y="148458"/>
                  </a:lnTo>
                  <a:lnTo>
                    <a:pt x="111706" y="148376"/>
                  </a:lnTo>
                  <a:lnTo>
                    <a:pt x="111904" y="148283"/>
                  </a:lnTo>
                  <a:lnTo>
                    <a:pt x="112108" y="148190"/>
                  </a:lnTo>
                  <a:lnTo>
                    <a:pt x="112301" y="148092"/>
                  </a:lnTo>
                  <a:lnTo>
                    <a:pt x="112489" y="147995"/>
                  </a:lnTo>
                  <a:lnTo>
                    <a:pt x="112676" y="147897"/>
                  </a:lnTo>
                  <a:lnTo>
                    <a:pt x="112864" y="147794"/>
                  </a:lnTo>
                  <a:lnTo>
                    <a:pt x="113040" y="147686"/>
                  </a:lnTo>
                  <a:lnTo>
                    <a:pt x="113211" y="147572"/>
                  </a:lnTo>
                  <a:lnTo>
                    <a:pt x="113377" y="147464"/>
                  </a:lnTo>
                  <a:lnTo>
                    <a:pt x="113542" y="147351"/>
                  </a:lnTo>
                  <a:lnTo>
                    <a:pt x="113697" y="147238"/>
                  </a:lnTo>
                  <a:lnTo>
                    <a:pt x="113840" y="147119"/>
                  </a:lnTo>
                  <a:lnTo>
                    <a:pt x="113984" y="147001"/>
                  </a:lnTo>
                  <a:lnTo>
                    <a:pt x="114116" y="146877"/>
                  </a:lnTo>
                  <a:lnTo>
                    <a:pt x="162118" y="101972"/>
                  </a:lnTo>
                  <a:lnTo>
                    <a:pt x="162245" y="101843"/>
                  </a:lnTo>
                  <a:lnTo>
                    <a:pt x="162361" y="101714"/>
                  </a:lnTo>
                  <a:lnTo>
                    <a:pt x="162465" y="101585"/>
                  </a:lnTo>
                  <a:lnTo>
                    <a:pt x="162570" y="101452"/>
                  </a:lnTo>
                  <a:lnTo>
                    <a:pt x="162658" y="101313"/>
                  </a:lnTo>
                  <a:lnTo>
                    <a:pt x="162747" y="101163"/>
                  </a:lnTo>
                  <a:lnTo>
                    <a:pt x="162824" y="101019"/>
                  </a:lnTo>
                  <a:lnTo>
                    <a:pt x="162896" y="100870"/>
                  </a:lnTo>
                  <a:lnTo>
                    <a:pt x="162956" y="100721"/>
                  </a:lnTo>
                  <a:lnTo>
                    <a:pt x="163006" y="100566"/>
                  </a:lnTo>
                  <a:lnTo>
                    <a:pt x="163050" y="100412"/>
                  </a:lnTo>
                  <a:lnTo>
                    <a:pt x="163089" y="100257"/>
                  </a:lnTo>
                  <a:lnTo>
                    <a:pt x="163116" y="100098"/>
                  </a:lnTo>
                  <a:lnTo>
                    <a:pt x="163133" y="99938"/>
                  </a:lnTo>
                  <a:lnTo>
                    <a:pt x="163144" y="99778"/>
                  </a:lnTo>
                  <a:lnTo>
                    <a:pt x="163149" y="99624"/>
                  </a:lnTo>
                  <a:lnTo>
                    <a:pt x="163144" y="99464"/>
                  </a:lnTo>
                  <a:lnTo>
                    <a:pt x="163133" y="99300"/>
                  </a:lnTo>
                  <a:lnTo>
                    <a:pt x="163111" y="99145"/>
                  </a:lnTo>
                  <a:lnTo>
                    <a:pt x="163083" y="98986"/>
                  </a:lnTo>
                  <a:lnTo>
                    <a:pt x="163044" y="98831"/>
                  </a:lnTo>
                  <a:lnTo>
                    <a:pt x="163000" y="98672"/>
                  </a:lnTo>
                  <a:lnTo>
                    <a:pt x="162951" y="98522"/>
                  </a:lnTo>
                  <a:lnTo>
                    <a:pt x="162890" y="98373"/>
                  </a:lnTo>
                  <a:lnTo>
                    <a:pt x="162818" y="98224"/>
                  </a:lnTo>
                  <a:lnTo>
                    <a:pt x="162736" y="98074"/>
                  </a:lnTo>
                  <a:lnTo>
                    <a:pt x="162653" y="97936"/>
                  </a:lnTo>
                  <a:lnTo>
                    <a:pt x="162559" y="97797"/>
                  </a:lnTo>
                  <a:lnTo>
                    <a:pt x="162460" y="97663"/>
                  </a:lnTo>
                  <a:lnTo>
                    <a:pt x="162349" y="97529"/>
                  </a:lnTo>
                  <a:lnTo>
                    <a:pt x="162234" y="97400"/>
                  </a:lnTo>
                  <a:lnTo>
                    <a:pt x="162101" y="97277"/>
                  </a:lnTo>
                  <a:lnTo>
                    <a:pt x="153254" y="89071"/>
                  </a:lnTo>
                  <a:lnTo>
                    <a:pt x="153122" y="88957"/>
                  </a:lnTo>
                  <a:lnTo>
                    <a:pt x="152984" y="88849"/>
                  </a:lnTo>
                  <a:lnTo>
                    <a:pt x="152841" y="88746"/>
                  </a:lnTo>
                  <a:lnTo>
                    <a:pt x="152697" y="88654"/>
                  </a:lnTo>
                  <a:lnTo>
                    <a:pt x="152548" y="88566"/>
                  </a:lnTo>
                  <a:lnTo>
                    <a:pt x="152394" y="88489"/>
                  </a:lnTo>
                  <a:lnTo>
                    <a:pt x="152234" y="88412"/>
                  </a:lnTo>
                  <a:lnTo>
                    <a:pt x="152074" y="88350"/>
                  </a:lnTo>
                  <a:lnTo>
                    <a:pt x="151914" y="88293"/>
                  </a:lnTo>
                  <a:lnTo>
                    <a:pt x="151754" y="88247"/>
                  </a:lnTo>
                  <a:lnTo>
                    <a:pt x="151583" y="88206"/>
                  </a:lnTo>
                  <a:lnTo>
                    <a:pt x="151412" y="88170"/>
                  </a:lnTo>
                  <a:lnTo>
                    <a:pt x="151247" y="88144"/>
                  </a:lnTo>
                  <a:lnTo>
                    <a:pt x="151076" y="88129"/>
                  </a:lnTo>
                  <a:lnTo>
                    <a:pt x="150905" y="88118"/>
                  </a:lnTo>
                  <a:close/>
                  <a:moveTo>
                    <a:pt x="118671" y="0"/>
                  </a:moveTo>
                  <a:cubicBezTo>
                    <a:pt x="184211" y="0"/>
                    <a:pt x="237342" y="53131"/>
                    <a:pt x="237342" y="118671"/>
                  </a:cubicBezTo>
                  <a:cubicBezTo>
                    <a:pt x="237342" y="184211"/>
                    <a:pt x="184211" y="237342"/>
                    <a:pt x="118671" y="237342"/>
                  </a:cubicBezTo>
                  <a:cubicBezTo>
                    <a:pt x="53131" y="237342"/>
                    <a:pt x="0" y="184211"/>
                    <a:pt x="0" y="118671"/>
                  </a:cubicBezTo>
                  <a:cubicBezTo>
                    <a:pt x="0" y="53131"/>
                    <a:pt x="53131" y="0"/>
                    <a:pt x="1186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>
                <a:solidFill>
                  <a:schemeClr val="bg1"/>
                </a:solidFill>
                <a:latin typeface="League Spartan" pitchFamily="2" charset="77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1EAF82-623A-B601-E1CE-114125BF3325}"/>
                </a:ext>
              </a:extLst>
            </p:cNvPr>
            <p:cNvSpPr/>
            <p:nvPr/>
          </p:nvSpPr>
          <p:spPr>
            <a:xfrm>
              <a:off x="3780238" y="3345073"/>
              <a:ext cx="1811975" cy="512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l-PL" sz="2000" dirty="0">
                  <a:solidFill>
                    <a:schemeClr val="bg1"/>
                  </a:solidFill>
                  <a:latin typeface="League Spartan" pitchFamily="2" charset="77"/>
                </a:rPr>
                <a:t>Item number 1</a:t>
              </a:r>
              <a:endParaRPr lang="en-US" sz="2000" dirty="0">
                <a:solidFill>
                  <a:schemeClr val="bg1"/>
                </a:solidFill>
                <a:latin typeface="League Spartan" pitchFamily="2" charset="77"/>
                <a:cs typeface="Poppins" pitchFamily="2" charset="77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452D13-8659-0080-9D63-9F3B49FEC4E3}"/>
              </a:ext>
            </a:extLst>
          </p:cNvPr>
          <p:cNvSpPr/>
          <p:nvPr/>
        </p:nvSpPr>
        <p:spPr>
          <a:xfrm>
            <a:off x="6186763" y="2500904"/>
            <a:ext cx="2712720" cy="27127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22">
            <a:extLst>
              <a:ext uri="{FF2B5EF4-FFF2-40B4-BE49-F238E27FC236}">
                <a16:creationId xmlns:a16="http://schemas.microsoft.com/office/drawing/2014/main" id="{2FA852A6-5573-B960-7B7A-395531105012}"/>
              </a:ext>
            </a:extLst>
          </p:cNvPr>
          <p:cNvSpPr/>
          <p:nvPr/>
        </p:nvSpPr>
        <p:spPr>
          <a:xfrm>
            <a:off x="6583194" y="4209532"/>
            <a:ext cx="237342" cy="237342"/>
          </a:xfrm>
          <a:custGeom>
            <a:avLst/>
            <a:gdLst>
              <a:gd name="connsiteX0" fmla="*/ 150734 w 237342"/>
              <a:gd name="connsiteY0" fmla="*/ 88113 h 237342"/>
              <a:gd name="connsiteX1" fmla="*/ 150563 w 237342"/>
              <a:gd name="connsiteY1" fmla="*/ 88118 h 237342"/>
              <a:gd name="connsiteX2" fmla="*/ 150392 w 237342"/>
              <a:gd name="connsiteY2" fmla="*/ 88129 h 237342"/>
              <a:gd name="connsiteX3" fmla="*/ 150221 w 237342"/>
              <a:gd name="connsiteY3" fmla="*/ 88149 h 237342"/>
              <a:gd name="connsiteX4" fmla="*/ 150050 w 237342"/>
              <a:gd name="connsiteY4" fmla="*/ 88175 h 237342"/>
              <a:gd name="connsiteX5" fmla="*/ 149884 w 237342"/>
              <a:gd name="connsiteY5" fmla="*/ 88211 h 237342"/>
              <a:gd name="connsiteX6" fmla="*/ 149719 w 237342"/>
              <a:gd name="connsiteY6" fmla="*/ 88252 h 237342"/>
              <a:gd name="connsiteX7" fmla="*/ 149553 w 237342"/>
              <a:gd name="connsiteY7" fmla="*/ 88298 h 237342"/>
              <a:gd name="connsiteX8" fmla="*/ 149393 w 237342"/>
              <a:gd name="connsiteY8" fmla="*/ 88355 h 237342"/>
              <a:gd name="connsiteX9" fmla="*/ 149233 w 237342"/>
              <a:gd name="connsiteY9" fmla="*/ 88422 h 237342"/>
              <a:gd name="connsiteX10" fmla="*/ 149079 w 237342"/>
              <a:gd name="connsiteY10" fmla="*/ 88499 h 237342"/>
              <a:gd name="connsiteX11" fmla="*/ 148925 w 237342"/>
              <a:gd name="connsiteY11" fmla="*/ 88576 h 237342"/>
              <a:gd name="connsiteX12" fmla="*/ 148770 w 237342"/>
              <a:gd name="connsiteY12" fmla="*/ 88664 h 237342"/>
              <a:gd name="connsiteX13" fmla="*/ 148627 w 237342"/>
              <a:gd name="connsiteY13" fmla="*/ 88757 h 237342"/>
              <a:gd name="connsiteX14" fmla="*/ 148489 w 237342"/>
              <a:gd name="connsiteY14" fmla="*/ 88860 h 237342"/>
              <a:gd name="connsiteX15" fmla="*/ 148351 w 237342"/>
              <a:gd name="connsiteY15" fmla="*/ 88968 h 237342"/>
              <a:gd name="connsiteX16" fmla="*/ 148219 w 237342"/>
              <a:gd name="connsiteY16" fmla="*/ 89091 h 237342"/>
              <a:gd name="connsiteX17" fmla="*/ 108639 w 237342"/>
              <a:gd name="connsiteY17" fmla="*/ 126121 h 237342"/>
              <a:gd name="connsiteX18" fmla="*/ 108501 w 237342"/>
              <a:gd name="connsiteY18" fmla="*/ 126234 h 237342"/>
              <a:gd name="connsiteX19" fmla="*/ 108369 w 237342"/>
              <a:gd name="connsiteY19" fmla="*/ 126342 h 237342"/>
              <a:gd name="connsiteX20" fmla="*/ 108225 w 237342"/>
              <a:gd name="connsiteY20" fmla="*/ 126450 h 237342"/>
              <a:gd name="connsiteX21" fmla="*/ 108082 w 237342"/>
              <a:gd name="connsiteY21" fmla="*/ 126543 h 237342"/>
              <a:gd name="connsiteX22" fmla="*/ 107933 w 237342"/>
              <a:gd name="connsiteY22" fmla="*/ 126630 h 237342"/>
              <a:gd name="connsiteX23" fmla="*/ 107779 w 237342"/>
              <a:gd name="connsiteY23" fmla="*/ 126713 h 237342"/>
              <a:gd name="connsiteX24" fmla="*/ 107619 w 237342"/>
              <a:gd name="connsiteY24" fmla="*/ 126785 h 237342"/>
              <a:gd name="connsiteX25" fmla="*/ 107464 w 237342"/>
              <a:gd name="connsiteY25" fmla="*/ 126847 h 237342"/>
              <a:gd name="connsiteX26" fmla="*/ 107304 w 237342"/>
              <a:gd name="connsiteY26" fmla="*/ 126903 h 237342"/>
              <a:gd name="connsiteX27" fmla="*/ 107133 w 237342"/>
              <a:gd name="connsiteY27" fmla="*/ 126950 h 237342"/>
              <a:gd name="connsiteX28" fmla="*/ 106968 w 237342"/>
              <a:gd name="connsiteY28" fmla="*/ 126991 h 237342"/>
              <a:gd name="connsiteX29" fmla="*/ 106802 w 237342"/>
              <a:gd name="connsiteY29" fmla="*/ 127027 h 237342"/>
              <a:gd name="connsiteX30" fmla="*/ 106637 w 237342"/>
              <a:gd name="connsiteY30" fmla="*/ 127058 h 237342"/>
              <a:gd name="connsiteX31" fmla="*/ 106460 w 237342"/>
              <a:gd name="connsiteY31" fmla="*/ 127078 h 237342"/>
              <a:gd name="connsiteX32" fmla="*/ 106289 w 237342"/>
              <a:gd name="connsiteY32" fmla="*/ 127089 h 237342"/>
              <a:gd name="connsiteX33" fmla="*/ 106124 w 237342"/>
              <a:gd name="connsiteY33" fmla="*/ 127094 h 237342"/>
              <a:gd name="connsiteX34" fmla="*/ 105953 w 237342"/>
              <a:gd name="connsiteY34" fmla="*/ 127089 h 237342"/>
              <a:gd name="connsiteX35" fmla="*/ 105776 w 237342"/>
              <a:gd name="connsiteY35" fmla="*/ 127078 h 237342"/>
              <a:gd name="connsiteX36" fmla="*/ 105611 w 237342"/>
              <a:gd name="connsiteY36" fmla="*/ 127058 h 237342"/>
              <a:gd name="connsiteX37" fmla="*/ 105440 w 237342"/>
              <a:gd name="connsiteY37" fmla="*/ 127027 h 237342"/>
              <a:gd name="connsiteX38" fmla="*/ 105274 w 237342"/>
              <a:gd name="connsiteY38" fmla="*/ 126996 h 237342"/>
              <a:gd name="connsiteX39" fmla="*/ 105103 w 237342"/>
              <a:gd name="connsiteY39" fmla="*/ 126955 h 237342"/>
              <a:gd name="connsiteX40" fmla="*/ 104944 w 237342"/>
              <a:gd name="connsiteY40" fmla="*/ 126903 h 237342"/>
              <a:gd name="connsiteX41" fmla="*/ 104784 w 237342"/>
              <a:gd name="connsiteY41" fmla="*/ 126847 h 237342"/>
              <a:gd name="connsiteX42" fmla="*/ 104624 w 237342"/>
              <a:gd name="connsiteY42" fmla="*/ 126785 h 237342"/>
              <a:gd name="connsiteX43" fmla="*/ 104469 w 237342"/>
              <a:gd name="connsiteY43" fmla="*/ 126713 h 237342"/>
              <a:gd name="connsiteX44" fmla="*/ 104309 w 237342"/>
              <a:gd name="connsiteY44" fmla="*/ 126636 h 237342"/>
              <a:gd name="connsiteX45" fmla="*/ 104160 w 237342"/>
              <a:gd name="connsiteY45" fmla="*/ 126548 h 237342"/>
              <a:gd name="connsiteX46" fmla="*/ 104017 w 237342"/>
              <a:gd name="connsiteY46" fmla="*/ 126455 h 237342"/>
              <a:gd name="connsiteX47" fmla="*/ 103879 w 237342"/>
              <a:gd name="connsiteY47" fmla="*/ 126347 h 237342"/>
              <a:gd name="connsiteX48" fmla="*/ 103741 w 237342"/>
              <a:gd name="connsiteY48" fmla="*/ 126239 h 237342"/>
              <a:gd name="connsiteX49" fmla="*/ 103603 w 237342"/>
              <a:gd name="connsiteY49" fmla="*/ 126126 h 237342"/>
              <a:gd name="connsiteX50" fmla="*/ 89163 w 237342"/>
              <a:gd name="connsiteY50" fmla="*/ 112669 h 237342"/>
              <a:gd name="connsiteX51" fmla="*/ 89026 w 237342"/>
              <a:gd name="connsiteY51" fmla="*/ 112556 h 237342"/>
              <a:gd name="connsiteX52" fmla="*/ 88893 w 237342"/>
              <a:gd name="connsiteY52" fmla="*/ 112448 h 237342"/>
              <a:gd name="connsiteX53" fmla="*/ 88750 w 237342"/>
              <a:gd name="connsiteY53" fmla="*/ 112345 h 237342"/>
              <a:gd name="connsiteX54" fmla="*/ 88606 w 237342"/>
              <a:gd name="connsiteY54" fmla="*/ 112252 h 237342"/>
              <a:gd name="connsiteX55" fmla="*/ 88457 w 237342"/>
              <a:gd name="connsiteY55" fmla="*/ 112159 h 237342"/>
              <a:gd name="connsiteX56" fmla="*/ 88303 w 237342"/>
              <a:gd name="connsiteY56" fmla="*/ 112082 h 237342"/>
              <a:gd name="connsiteX57" fmla="*/ 88143 w 237342"/>
              <a:gd name="connsiteY57" fmla="*/ 112010 h 237342"/>
              <a:gd name="connsiteX58" fmla="*/ 87989 w 237342"/>
              <a:gd name="connsiteY58" fmla="*/ 111948 h 237342"/>
              <a:gd name="connsiteX59" fmla="*/ 87829 w 237342"/>
              <a:gd name="connsiteY59" fmla="*/ 111892 h 237342"/>
              <a:gd name="connsiteX60" fmla="*/ 87658 w 237342"/>
              <a:gd name="connsiteY60" fmla="*/ 111840 h 237342"/>
              <a:gd name="connsiteX61" fmla="*/ 87492 w 237342"/>
              <a:gd name="connsiteY61" fmla="*/ 111799 h 237342"/>
              <a:gd name="connsiteX62" fmla="*/ 87327 w 237342"/>
              <a:gd name="connsiteY62" fmla="*/ 111768 h 237342"/>
              <a:gd name="connsiteX63" fmla="*/ 87156 w 237342"/>
              <a:gd name="connsiteY63" fmla="*/ 111742 h 237342"/>
              <a:gd name="connsiteX64" fmla="*/ 86985 w 237342"/>
              <a:gd name="connsiteY64" fmla="*/ 111722 h 237342"/>
              <a:gd name="connsiteX65" fmla="*/ 86814 w 237342"/>
              <a:gd name="connsiteY65" fmla="*/ 111712 h 237342"/>
              <a:gd name="connsiteX66" fmla="*/ 86643 w 237342"/>
              <a:gd name="connsiteY66" fmla="*/ 111706 h 237342"/>
              <a:gd name="connsiteX67" fmla="*/ 86477 w 237342"/>
              <a:gd name="connsiteY67" fmla="*/ 111712 h 237342"/>
              <a:gd name="connsiteX68" fmla="*/ 86301 w 237342"/>
              <a:gd name="connsiteY68" fmla="*/ 111722 h 237342"/>
              <a:gd name="connsiteX69" fmla="*/ 86130 w 237342"/>
              <a:gd name="connsiteY69" fmla="*/ 111742 h 237342"/>
              <a:gd name="connsiteX70" fmla="*/ 85964 w 237342"/>
              <a:gd name="connsiteY70" fmla="*/ 111768 h 237342"/>
              <a:gd name="connsiteX71" fmla="*/ 85799 w 237342"/>
              <a:gd name="connsiteY71" fmla="*/ 111799 h 237342"/>
              <a:gd name="connsiteX72" fmla="*/ 85628 w 237342"/>
              <a:gd name="connsiteY72" fmla="*/ 111840 h 237342"/>
              <a:gd name="connsiteX73" fmla="*/ 85463 w 237342"/>
              <a:gd name="connsiteY73" fmla="*/ 111892 h 237342"/>
              <a:gd name="connsiteX74" fmla="*/ 85303 w 237342"/>
              <a:gd name="connsiteY74" fmla="*/ 111948 h 237342"/>
              <a:gd name="connsiteX75" fmla="*/ 85143 w 237342"/>
              <a:gd name="connsiteY75" fmla="*/ 112010 h 237342"/>
              <a:gd name="connsiteX76" fmla="*/ 84988 w 237342"/>
              <a:gd name="connsiteY76" fmla="*/ 112082 h 237342"/>
              <a:gd name="connsiteX77" fmla="*/ 84834 w 237342"/>
              <a:gd name="connsiteY77" fmla="*/ 112159 h 237342"/>
              <a:gd name="connsiteX78" fmla="*/ 84685 w 237342"/>
              <a:gd name="connsiteY78" fmla="*/ 112252 h 237342"/>
              <a:gd name="connsiteX79" fmla="*/ 84541 w 237342"/>
              <a:gd name="connsiteY79" fmla="*/ 112345 h 237342"/>
              <a:gd name="connsiteX80" fmla="*/ 84398 w 237342"/>
              <a:gd name="connsiteY80" fmla="*/ 112448 h 237342"/>
              <a:gd name="connsiteX81" fmla="*/ 84255 w 237342"/>
              <a:gd name="connsiteY81" fmla="*/ 112556 h 237342"/>
              <a:gd name="connsiteX82" fmla="*/ 84128 w 237342"/>
              <a:gd name="connsiteY82" fmla="*/ 112674 h 237342"/>
              <a:gd name="connsiteX83" fmla="*/ 75231 w 237342"/>
              <a:gd name="connsiteY83" fmla="*/ 120978 h 237342"/>
              <a:gd name="connsiteX84" fmla="*/ 75104 w 237342"/>
              <a:gd name="connsiteY84" fmla="*/ 121101 h 237342"/>
              <a:gd name="connsiteX85" fmla="*/ 74988 w 237342"/>
              <a:gd name="connsiteY85" fmla="*/ 121225 h 237342"/>
              <a:gd name="connsiteX86" fmla="*/ 74884 w 237342"/>
              <a:gd name="connsiteY86" fmla="*/ 121364 h 237342"/>
              <a:gd name="connsiteX87" fmla="*/ 74779 w 237342"/>
              <a:gd name="connsiteY87" fmla="*/ 121498 h 237342"/>
              <a:gd name="connsiteX88" fmla="*/ 74691 w 237342"/>
              <a:gd name="connsiteY88" fmla="*/ 121637 h 237342"/>
              <a:gd name="connsiteX89" fmla="*/ 74602 w 237342"/>
              <a:gd name="connsiteY89" fmla="*/ 121776 h 237342"/>
              <a:gd name="connsiteX90" fmla="*/ 74520 w 237342"/>
              <a:gd name="connsiteY90" fmla="*/ 121930 h 237342"/>
              <a:gd name="connsiteX91" fmla="*/ 74453 w 237342"/>
              <a:gd name="connsiteY91" fmla="*/ 122074 h 237342"/>
              <a:gd name="connsiteX92" fmla="*/ 74393 w 237342"/>
              <a:gd name="connsiteY92" fmla="*/ 122224 h 237342"/>
              <a:gd name="connsiteX93" fmla="*/ 74338 w 237342"/>
              <a:gd name="connsiteY93" fmla="*/ 122378 h 237342"/>
              <a:gd name="connsiteX94" fmla="*/ 74294 w 237342"/>
              <a:gd name="connsiteY94" fmla="*/ 122538 h 237342"/>
              <a:gd name="connsiteX95" fmla="*/ 74260 w 237342"/>
              <a:gd name="connsiteY95" fmla="*/ 122692 h 237342"/>
              <a:gd name="connsiteX96" fmla="*/ 74233 w 237342"/>
              <a:gd name="connsiteY96" fmla="*/ 122847 h 237342"/>
              <a:gd name="connsiteX97" fmla="*/ 74211 w 237342"/>
              <a:gd name="connsiteY97" fmla="*/ 123006 h 237342"/>
              <a:gd name="connsiteX98" fmla="*/ 74200 w 237342"/>
              <a:gd name="connsiteY98" fmla="*/ 123166 h 237342"/>
              <a:gd name="connsiteX99" fmla="*/ 74194 w 237342"/>
              <a:gd name="connsiteY99" fmla="*/ 123331 h 237342"/>
              <a:gd name="connsiteX100" fmla="*/ 74200 w 237342"/>
              <a:gd name="connsiteY100" fmla="*/ 123485 h 237342"/>
              <a:gd name="connsiteX101" fmla="*/ 74211 w 237342"/>
              <a:gd name="connsiteY101" fmla="*/ 123645 h 237342"/>
              <a:gd name="connsiteX102" fmla="*/ 74227 w 237342"/>
              <a:gd name="connsiteY102" fmla="*/ 123804 h 237342"/>
              <a:gd name="connsiteX103" fmla="*/ 74260 w 237342"/>
              <a:gd name="connsiteY103" fmla="*/ 123964 h 237342"/>
              <a:gd name="connsiteX104" fmla="*/ 74294 w 237342"/>
              <a:gd name="connsiteY104" fmla="*/ 124118 h 237342"/>
              <a:gd name="connsiteX105" fmla="*/ 74338 w 237342"/>
              <a:gd name="connsiteY105" fmla="*/ 124273 h 237342"/>
              <a:gd name="connsiteX106" fmla="*/ 74387 w 237342"/>
              <a:gd name="connsiteY106" fmla="*/ 124427 h 237342"/>
              <a:gd name="connsiteX107" fmla="*/ 74448 w 237342"/>
              <a:gd name="connsiteY107" fmla="*/ 124582 h 237342"/>
              <a:gd name="connsiteX108" fmla="*/ 74520 w 237342"/>
              <a:gd name="connsiteY108" fmla="*/ 124731 h 237342"/>
              <a:gd name="connsiteX109" fmla="*/ 74602 w 237342"/>
              <a:gd name="connsiteY109" fmla="*/ 124875 h 237342"/>
              <a:gd name="connsiteX110" fmla="*/ 74685 w 237342"/>
              <a:gd name="connsiteY110" fmla="*/ 125014 h 237342"/>
              <a:gd name="connsiteX111" fmla="*/ 74779 w 237342"/>
              <a:gd name="connsiteY111" fmla="*/ 125158 h 237342"/>
              <a:gd name="connsiteX112" fmla="*/ 74878 w 237342"/>
              <a:gd name="connsiteY112" fmla="*/ 125297 h 237342"/>
              <a:gd name="connsiteX113" fmla="*/ 74983 w 237342"/>
              <a:gd name="connsiteY113" fmla="*/ 125426 h 237342"/>
              <a:gd name="connsiteX114" fmla="*/ 75099 w 237342"/>
              <a:gd name="connsiteY114" fmla="*/ 125554 h 237342"/>
              <a:gd name="connsiteX115" fmla="*/ 75226 w 237342"/>
              <a:gd name="connsiteY115" fmla="*/ 125678 h 237342"/>
              <a:gd name="connsiteX116" fmla="*/ 97834 w 237342"/>
              <a:gd name="connsiteY116" fmla="*/ 146872 h 237342"/>
              <a:gd name="connsiteX117" fmla="*/ 97966 w 237342"/>
              <a:gd name="connsiteY117" fmla="*/ 147001 h 237342"/>
              <a:gd name="connsiteX118" fmla="*/ 98104 w 237342"/>
              <a:gd name="connsiteY118" fmla="*/ 147119 h 237342"/>
              <a:gd name="connsiteX119" fmla="*/ 98259 w 237342"/>
              <a:gd name="connsiteY119" fmla="*/ 147233 h 237342"/>
              <a:gd name="connsiteX120" fmla="*/ 98408 w 237342"/>
              <a:gd name="connsiteY120" fmla="*/ 147346 h 237342"/>
              <a:gd name="connsiteX121" fmla="*/ 98568 w 237342"/>
              <a:gd name="connsiteY121" fmla="*/ 147459 h 237342"/>
              <a:gd name="connsiteX122" fmla="*/ 98733 w 237342"/>
              <a:gd name="connsiteY122" fmla="*/ 147572 h 237342"/>
              <a:gd name="connsiteX123" fmla="*/ 98909 w 237342"/>
              <a:gd name="connsiteY123" fmla="*/ 147686 h 237342"/>
              <a:gd name="connsiteX124" fmla="*/ 99086 w 237342"/>
              <a:gd name="connsiteY124" fmla="*/ 147789 h 237342"/>
              <a:gd name="connsiteX125" fmla="*/ 99268 w 237342"/>
              <a:gd name="connsiteY125" fmla="*/ 147892 h 237342"/>
              <a:gd name="connsiteX126" fmla="*/ 99456 w 237342"/>
              <a:gd name="connsiteY126" fmla="*/ 147995 h 237342"/>
              <a:gd name="connsiteX127" fmla="*/ 99649 w 237342"/>
              <a:gd name="connsiteY127" fmla="*/ 148092 h 237342"/>
              <a:gd name="connsiteX128" fmla="*/ 99842 w 237342"/>
              <a:gd name="connsiteY128" fmla="*/ 148185 h 237342"/>
              <a:gd name="connsiteX129" fmla="*/ 100040 w 237342"/>
              <a:gd name="connsiteY129" fmla="*/ 148283 h 237342"/>
              <a:gd name="connsiteX130" fmla="*/ 100239 w 237342"/>
              <a:gd name="connsiteY130" fmla="*/ 148370 h 237342"/>
              <a:gd name="connsiteX131" fmla="*/ 100448 w 237342"/>
              <a:gd name="connsiteY131" fmla="*/ 148458 h 237342"/>
              <a:gd name="connsiteX132" fmla="*/ 100647 w 237342"/>
              <a:gd name="connsiteY132" fmla="*/ 148540 h 237342"/>
              <a:gd name="connsiteX133" fmla="*/ 100856 w 237342"/>
              <a:gd name="connsiteY133" fmla="*/ 148618 h 237342"/>
              <a:gd name="connsiteX134" fmla="*/ 101066 w 237342"/>
              <a:gd name="connsiteY134" fmla="*/ 148690 h 237342"/>
              <a:gd name="connsiteX135" fmla="*/ 101276 w 237342"/>
              <a:gd name="connsiteY135" fmla="*/ 148757 h 237342"/>
              <a:gd name="connsiteX136" fmla="*/ 101485 w 237342"/>
              <a:gd name="connsiteY136" fmla="*/ 148823 h 237342"/>
              <a:gd name="connsiteX137" fmla="*/ 101695 w 237342"/>
              <a:gd name="connsiteY137" fmla="*/ 148885 h 237342"/>
              <a:gd name="connsiteX138" fmla="*/ 101904 w 237342"/>
              <a:gd name="connsiteY138" fmla="*/ 148947 h 237342"/>
              <a:gd name="connsiteX139" fmla="*/ 102114 w 237342"/>
              <a:gd name="connsiteY139" fmla="*/ 148998 h 237342"/>
              <a:gd name="connsiteX140" fmla="*/ 102318 w 237342"/>
              <a:gd name="connsiteY140" fmla="*/ 149045 h 237342"/>
              <a:gd name="connsiteX141" fmla="*/ 102528 w 237342"/>
              <a:gd name="connsiteY141" fmla="*/ 149086 h 237342"/>
              <a:gd name="connsiteX142" fmla="*/ 102732 w 237342"/>
              <a:gd name="connsiteY142" fmla="*/ 149122 h 237342"/>
              <a:gd name="connsiteX143" fmla="*/ 102930 w 237342"/>
              <a:gd name="connsiteY143" fmla="*/ 149158 h 237342"/>
              <a:gd name="connsiteX144" fmla="*/ 103134 w 237342"/>
              <a:gd name="connsiteY144" fmla="*/ 149184 h 237342"/>
              <a:gd name="connsiteX145" fmla="*/ 103333 w 237342"/>
              <a:gd name="connsiteY145" fmla="*/ 149204 h 237342"/>
              <a:gd name="connsiteX146" fmla="*/ 103526 w 237342"/>
              <a:gd name="connsiteY146" fmla="*/ 149220 h 237342"/>
              <a:gd name="connsiteX147" fmla="*/ 103714 w 237342"/>
              <a:gd name="connsiteY147" fmla="*/ 149225 h 237342"/>
              <a:gd name="connsiteX148" fmla="*/ 103901 w 237342"/>
              <a:gd name="connsiteY148" fmla="*/ 149230 h 237342"/>
              <a:gd name="connsiteX149" fmla="*/ 108049 w 237342"/>
              <a:gd name="connsiteY149" fmla="*/ 149230 h 237342"/>
              <a:gd name="connsiteX150" fmla="*/ 108231 w 237342"/>
              <a:gd name="connsiteY150" fmla="*/ 149225 h 237342"/>
              <a:gd name="connsiteX151" fmla="*/ 108418 w 237342"/>
              <a:gd name="connsiteY151" fmla="*/ 149220 h 237342"/>
              <a:gd name="connsiteX152" fmla="*/ 108617 w 237342"/>
              <a:gd name="connsiteY152" fmla="*/ 149204 h 237342"/>
              <a:gd name="connsiteX153" fmla="*/ 108815 w 237342"/>
              <a:gd name="connsiteY153" fmla="*/ 149184 h 237342"/>
              <a:gd name="connsiteX154" fmla="*/ 109014 w 237342"/>
              <a:gd name="connsiteY154" fmla="*/ 149158 h 237342"/>
              <a:gd name="connsiteX155" fmla="*/ 109213 w 237342"/>
              <a:gd name="connsiteY155" fmla="*/ 149127 h 237342"/>
              <a:gd name="connsiteX156" fmla="*/ 109422 w 237342"/>
              <a:gd name="connsiteY156" fmla="*/ 149086 h 237342"/>
              <a:gd name="connsiteX157" fmla="*/ 109626 w 237342"/>
              <a:gd name="connsiteY157" fmla="*/ 149045 h 237342"/>
              <a:gd name="connsiteX158" fmla="*/ 109830 w 237342"/>
              <a:gd name="connsiteY158" fmla="*/ 148998 h 237342"/>
              <a:gd name="connsiteX159" fmla="*/ 110045 w 237342"/>
              <a:gd name="connsiteY159" fmla="*/ 148947 h 237342"/>
              <a:gd name="connsiteX160" fmla="*/ 110255 w 237342"/>
              <a:gd name="connsiteY160" fmla="*/ 148885 h 237342"/>
              <a:gd name="connsiteX161" fmla="*/ 110465 w 237342"/>
              <a:gd name="connsiteY161" fmla="*/ 148823 h 237342"/>
              <a:gd name="connsiteX162" fmla="*/ 110669 w 237342"/>
              <a:gd name="connsiteY162" fmla="*/ 148762 h 237342"/>
              <a:gd name="connsiteX163" fmla="*/ 110884 w 237342"/>
              <a:gd name="connsiteY163" fmla="*/ 148690 h 237342"/>
              <a:gd name="connsiteX164" fmla="*/ 111088 w 237342"/>
              <a:gd name="connsiteY164" fmla="*/ 148618 h 237342"/>
              <a:gd name="connsiteX165" fmla="*/ 111297 w 237342"/>
              <a:gd name="connsiteY165" fmla="*/ 148540 h 237342"/>
              <a:gd name="connsiteX166" fmla="*/ 111507 w 237342"/>
              <a:gd name="connsiteY166" fmla="*/ 148458 h 237342"/>
              <a:gd name="connsiteX167" fmla="*/ 111706 w 237342"/>
              <a:gd name="connsiteY167" fmla="*/ 148376 h 237342"/>
              <a:gd name="connsiteX168" fmla="*/ 111904 w 237342"/>
              <a:gd name="connsiteY168" fmla="*/ 148283 h 237342"/>
              <a:gd name="connsiteX169" fmla="*/ 112108 w 237342"/>
              <a:gd name="connsiteY169" fmla="*/ 148190 h 237342"/>
              <a:gd name="connsiteX170" fmla="*/ 112301 w 237342"/>
              <a:gd name="connsiteY170" fmla="*/ 148092 h 237342"/>
              <a:gd name="connsiteX171" fmla="*/ 112489 w 237342"/>
              <a:gd name="connsiteY171" fmla="*/ 147995 h 237342"/>
              <a:gd name="connsiteX172" fmla="*/ 112676 w 237342"/>
              <a:gd name="connsiteY172" fmla="*/ 147897 h 237342"/>
              <a:gd name="connsiteX173" fmla="*/ 112864 w 237342"/>
              <a:gd name="connsiteY173" fmla="*/ 147794 h 237342"/>
              <a:gd name="connsiteX174" fmla="*/ 113040 w 237342"/>
              <a:gd name="connsiteY174" fmla="*/ 147686 h 237342"/>
              <a:gd name="connsiteX175" fmla="*/ 113211 w 237342"/>
              <a:gd name="connsiteY175" fmla="*/ 147572 h 237342"/>
              <a:gd name="connsiteX176" fmla="*/ 113377 w 237342"/>
              <a:gd name="connsiteY176" fmla="*/ 147464 h 237342"/>
              <a:gd name="connsiteX177" fmla="*/ 113542 w 237342"/>
              <a:gd name="connsiteY177" fmla="*/ 147351 h 237342"/>
              <a:gd name="connsiteX178" fmla="*/ 113697 w 237342"/>
              <a:gd name="connsiteY178" fmla="*/ 147238 h 237342"/>
              <a:gd name="connsiteX179" fmla="*/ 113840 w 237342"/>
              <a:gd name="connsiteY179" fmla="*/ 147119 h 237342"/>
              <a:gd name="connsiteX180" fmla="*/ 113984 w 237342"/>
              <a:gd name="connsiteY180" fmla="*/ 147001 h 237342"/>
              <a:gd name="connsiteX181" fmla="*/ 114116 w 237342"/>
              <a:gd name="connsiteY181" fmla="*/ 146877 h 237342"/>
              <a:gd name="connsiteX182" fmla="*/ 162118 w 237342"/>
              <a:gd name="connsiteY182" fmla="*/ 101972 h 237342"/>
              <a:gd name="connsiteX183" fmla="*/ 162245 w 237342"/>
              <a:gd name="connsiteY183" fmla="*/ 101843 h 237342"/>
              <a:gd name="connsiteX184" fmla="*/ 162361 w 237342"/>
              <a:gd name="connsiteY184" fmla="*/ 101714 h 237342"/>
              <a:gd name="connsiteX185" fmla="*/ 162465 w 237342"/>
              <a:gd name="connsiteY185" fmla="*/ 101585 h 237342"/>
              <a:gd name="connsiteX186" fmla="*/ 162570 w 237342"/>
              <a:gd name="connsiteY186" fmla="*/ 101452 h 237342"/>
              <a:gd name="connsiteX187" fmla="*/ 162658 w 237342"/>
              <a:gd name="connsiteY187" fmla="*/ 101313 h 237342"/>
              <a:gd name="connsiteX188" fmla="*/ 162747 w 237342"/>
              <a:gd name="connsiteY188" fmla="*/ 101163 h 237342"/>
              <a:gd name="connsiteX189" fmla="*/ 162824 w 237342"/>
              <a:gd name="connsiteY189" fmla="*/ 101019 h 237342"/>
              <a:gd name="connsiteX190" fmla="*/ 162896 w 237342"/>
              <a:gd name="connsiteY190" fmla="*/ 100870 h 237342"/>
              <a:gd name="connsiteX191" fmla="*/ 162956 w 237342"/>
              <a:gd name="connsiteY191" fmla="*/ 100721 h 237342"/>
              <a:gd name="connsiteX192" fmla="*/ 163006 w 237342"/>
              <a:gd name="connsiteY192" fmla="*/ 100566 h 237342"/>
              <a:gd name="connsiteX193" fmla="*/ 163050 w 237342"/>
              <a:gd name="connsiteY193" fmla="*/ 100412 h 237342"/>
              <a:gd name="connsiteX194" fmla="*/ 163089 w 237342"/>
              <a:gd name="connsiteY194" fmla="*/ 100257 h 237342"/>
              <a:gd name="connsiteX195" fmla="*/ 163116 w 237342"/>
              <a:gd name="connsiteY195" fmla="*/ 100098 h 237342"/>
              <a:gd name="connsiteX196" fmla="*/ 163133 w 237342"/>
              <a:gd name="connsiteY196" fmla="*/ 99938 h 237342"/>
              <a:gd name="connsiteX197" fmla="*/ 163144 w 237342"/>
              <a:gd name="connsiteY197" fmla="*/ 99778 h 237342"/>
              <a:gd name="connsiteX198" fmla="*/ 163149 w 237342"/>
              <a:gd name="connsiteY198" fmla="*/ 99624 h 237342"/>
              <a:gd name="connsiteX199" fmla="*/ 163144 w 237342"/>
              <a:gd name="connsiteY199" fmla="*/ 99464 h 237342"/>
              <a:gd name="connsiteX200" fmla="*/ 163133 w 237342"/>
              <a:gd name="connsiteY200" fmla="*/ 99300 h 237342"/>
              <a:gd name="connsiteX201" fmla="*/ 163111 w 237342"/>
              <a:gd name="connsiteY201" fmla="*/ 99145 h 237342"/>
              <a:gd name="connsiteX202" fmla="*/ 163083 w 237342"/>
              <a:gd name="connsiteY202" fmla="*/ 98986 h 237342"/>
              <a:gd name="connsiteX203" fmla="*/ 163044 w 237342"/>
              <a:gd name="connsiteY203" fmla="*/ 98831 h 237342"/>
              <a:gd name="connsiteX204" fmla="*/ 163000 w 237342"/>
              <a:gd name="connsiteY204" fmla="*/ 98672 h 237342"/>
              <a:gd name="connsiteX205" fmla="*/ 162951 w 237342"/>
              <a:gd name="connsiteY205" fmla="*/ 98522 h 237342"/>
              <a:gd name="connsiteX206" fmla="*/ 162890 w 237342"/>
              <a:gd name="connsiteY206" fmla="*/ 98373 h 237342"/>
              <a:gd name="connsiteX207" fmla="*/ 162818 w 237342"/>
              <a:gd name="connsiteY207" fmla="*/ 98224 h 237342"/>
              <a:gd name="connsiteX208" fmla="*/ 162736 w 237342"/>
              <a:gd name="connsiteY208" fmla="*/ 98074 h 237342"/>
              <a:gd name="connsiteX209" fmla="*/ 162653 w 237342"/>
              <a:gd name="connsiteY209" fmla="*/ 97936 h 237342"/>
              <a:gd name="connsiteX210" fmla="*/ 162559 w 237342"/>
              <a:gd name="connsiteY210" fmla="*/ 97797 h 237342"/>
              <a:gd name="connsiteX211" fmla="*/ 162460 w 237342"/>
              <a:gd name="connsiteY211" fmla="*/ 97663 h 237342"/>
              <a:gd name="connsiteX212" fmla="*/ 162349 w 237342"/>
              <a:gd name="connsiteY212" fmla="*/ 97529 h 237342"/>
              <a:gd name="connsiteX213" fmla="*/ 162234 w 237342"/>
              <a:gd name="connsiteY213" fmla="*/ 97400 h 237342"/>
              <a:gd name="connsiteX214" fmla="*/ 162101 w 237342"/>
              <a:gd name="connsiteY214" fmla="*/ 97277 h 237342"/>
              <a:gd name="connsiteX215" fmla="*/ 153254 w 237342"/>
              <a:gd name="connsiteY215" fmla="*/ 89071 h 237342"/>
              <a:gd name="connsiteX216" fmla="*/ 153122 w 237342"/>
              <a:gd name="connsiteY216" fmla="*/ 88957 h 237342"/>
              <a:gd name="connsiteX217" fmla="*/ 152984 w 237342"/>
              <a:gd name="connsiteY217" fmla="*/ 88849 h 237342"/>
              <a:gd name="connsiteX218" fmla="*/ 152841 w 237342"/>
              <a:gd name="connsiteY218" fmla="*/ 88746 h 237342"/>
              <a:gd name="connsiteX219" fmla="*/ 152697 w 237342"/>
              <a:gd name="connsiteY219" fmla="*/ 88654 h 237342"/>
              <a:gd name="connsiteX220" fmla="*/ 152548 w 237342"/>
              <a:gd name="connsiteY220" fmla="*/ 88566 h 237342"/>
              <a:gd name="connsiteX221" fmla="*/ 152394 w 237342"/>
              <a:gd name="connsiteY221" fmla="*/ 88489 h 237342"/>
              <a:gd name="connsiteX222" fmla="*/ 152234 w 237342"/>
              <a:gd name="connsiteY222" fmla="*/ 88412 h 237342"/>
              <a:gd name="connsiteX223" fmla="*/ 152074 w 237342"/>
              <a:gd name="connsiteY223" fmla="*/ 88350 h 237342"/>
              <a:gd name="connsiteX224" fmla="*/ 151914 w 237342"/>
              <a:gd name="connsiteY224" fmla="*/ 88293 h 237342"/>
              <a:gd name="connsiteX225" fmla="*/ 151754 w 237342"/>
              <a:gd name="connsiteY225" fmla="*/ 88247 h 237342"/>
              <a:gd name="connsiteX226" fmla="*/ 151583 w 237342"/>
              <a:gd name="connsiteY226" fmla="*/ 88206 h 237342"/>
              <a:gd name="connsiteX227" fmla="*/ 151412 w 237342"/>
              <a:gd name="connsiteY227" fmla="*/ 88170 h 237342"/>
              <a:gd name="connsiteX228" fmla="*/ 151247 w 237342"/>
              <a:gd name="connsiteY228" fmla="*/ 88144 h 237342"/>
              <a:gd name="connsiteX229" fmla="*/ 151076 w 237342"/>
              <a:gd name="connsiteY229" fmla="*/ 88129 h 237342"/>
              <a:gd name="connsiteX230" fmla="*/ 150905 w 237342"/>
              <a:gd name="connsiteY230" fmla="*/ 88118 h 237342"/>
              <a:gd name="connsiteX231" fmla="*/ 118671 w 237342"/>
              <a:gd name="connsiteY231" fmla="*/ 0 h 237342"/>
              <a:gd name="connsiteX232" fmla="*/ 237342 w 237342"/>
              <a:gd name="connsiteY232" fmla="*/ 118671 h 237342"/>
              <a:gd name="connsiteX233" fmla="*/ 118671 w 237342"/>
              <a:gd name="connsiteY233" fmla="*/ 237342 h 237342"/>
              <a:gd name="connsiteX234" fmla="*/ 0 w 237342"/>
              <a:gd name="connsiteY234" fmla="*/ 118671 h 237342"/>
              <a:gd name="connsiteX235" fmla="*/ 118671 w 237342"/>
              <a:gd name="connsiteY235" fmla="*/ 0 h 23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237342" h="237342">
                <a:moveTo>
                  <a:pt x="150734" y="88113"/>
                </a:moveTo>
                <a:lnTo>
                  <a:pt x="150563" y="88118"/>
                </a:lnTo>
                <a:lnTo>
                  <a:pt x="150392" y="88129"/>
                </a:lnTo>
                <a:lnTo>
                  <a:pt x="150221" y="88149"/>
                </a:lnTo>
                <a:lnTo>
                  <a:pt x="150050" y="88175"/>
                </a:lnTo>
                <a:lnTo>
                  <a:pt x="149884" y="88211"/>
                </a:lnTo>
                <a:lnTo>
                  <a:pt x="149719" y="88252"/>
                </a:lnTo>
                <a:lnTo>
                  <a:pt x="149553" y="88298"/>
                </a:lnTo>
                <a:lnTo>
                  <a:pt x="149393" y="88355"/>
                </a:lnTo>
                <a:lnTo>
                  <a:pt x="149233" y="88422"/>
                </a:lnTo>
                <a:lnTo>
                  <a:pt x="149079" y="88499"/>
                </a:lnTo>
                <a:lnTo>
                  <a:pt x="148925" y="88576"/>
                </a:lnTo>
                <a:lnTo>
                  <a:pt x="148770" y="88664"/>
                </a:lnTo>
                <a:lnTo>
                  <a:pt x="148627" y="88757"/>
                </a:lnTo>
                <a:lnTo>
                  <a:pt x="148489" y="88860"/>
                </a:lnTo>
                <a:lnTo>
                  <a:pt x="148351" y="88968"/>
                </a:lnTo>
                <a:lnTo>
                  <a:pt x="148219" y="89091"/>
                </a:lnTo>
                <a:lnTo>
                  <a:pt x="108639" y="126121"/>
                </a:lnTo>
                <a:lnTo>
                  <a:pt x="108501" y="126234"/>
                </a:lnTo>
                <a:lnTo>
                  <a:pt x="108369" y="126342"/>
                </a:lnTo>
                <a:lnTo>
                  <a:pt x="108225" y="126450"/>
                </a:lnTo>
                <a:lnTo>
                  <a:pt x="108082" y="126543"/>
                </a:lnTo>
                <a:lnTo>
                  <a:pt x="107933" y="126630"/>
                </a:lnTo>
                <a:lnTo>
                  <a:pt x="107779" y="126713"/>
                </a:lnTo>
                <a:lnTo>
                  <a:pt x="107619" y="126785"/>
                </a:lnTo>
                <a:lnTo>
                  <a:pt x="107464" y="126847"/>
                </a:lnTo>
                <a:lnTo>
                  <a:pt x="107304" y="126903"/>
                </a:lnTo>
                <a:lnTo>
                  <a:pt x="107133" y="126950"/>
                </a:lnTo>
                <a:lnTo>
                  <a:pt x="106968" y="126991"/>
                </a:lnTo>
                <a:lnTo>
                  <a:pt x="106802" y="127027"/>
                </a:lnTo>
                <a:lnTo>
                  <a:pt x="106637" y="127058"/>
                </a:lnTo>
                <a:lnTo>
                  <a:pt x="106460" y="127078"/>
                </a:lnTo>
                <a:lnTo>
                  <a:pt x="106289" y="127089"/>
                </a:lnTo>
                <a:lnTo>
                  <a:pt x="106124" y="127094"/>
                </a:lnTo>
                <a:lnTo>
                  <a:pt x="105953" y="127089"/>
                </a:lnTo>
                <a:lnTo>
                  <a:pt x="105776" y="127078"/>
                </a:lnTo>
                <a:lnTo>
                  <a:pt x="105611" y="127058"/>
                </a:lnTo>
                <a:lnTo>
                  <a:pt x="105440" y="127027"/>
                </a:lnTo>
                <a:lnTo>
                  <a:pt x="105274" y="126996"/>
                </a:lnTo>
                <a:lnTo>
                  <a:pt x="105103" y="126955"/>
                </a:lnTo>
                <a:lnTo>
                  <a:pt x="104944" y="126903"/>
                </a:lnTo>
                <a:lnTo>
                  <a:pt x="104784" y="126847"/>
                </a:lnTo>
                <a:lnTo>
                  <a:pt x="104624" y="126785"/>
                </a:lnTo>
                <a:lnTo>
                  <a:pt x="104469" y="126713"/>
                </a:lnTo>
                <a:lnTo>
                  <a:pt x="104309" y="126636"/>
                </a:lnTo>
                <a:lnTo>
                  <a:pt x="104160" y="126548"/>
                </a:lnTo>
                <a:lnTo>
                  <a:pt x="104017" y="126455"/>
                </a:lnTo>
                <a:lnTo>
                  <a:pt x="103879" y="126347"/>
                </a:lnTo>
                <a:lnTo>
                  <a:pt x="103741" y="126239"/>
                </a:lnTo>
                <a:lnTo>
                  <a:pt x="103603" y="126126"/>
                </a:lnTo>
                <a:lnTo>
                  <a:pt x="89163" y="112669"/>
                </a:lnTo>
                <a:lnTo>
                  <a:pt x="89026" y="112556"/>
                </a:lnTo>
                <a:lnTo>
                  <a:pt x="88893" y="112448"/>
                </a:lnTo>
                <a:lnTo>
                  <a:pt x="88750" y="112345"/>
                </a:lnTo>
                <a:lnTo>
                  <a:pt x="88606" y="112252"/>
                </a:lnTo>
                <a:lnTo>
                  <a:pt x="88457" y="112159"/>
                </a:lnTo>
                <a:lnTo>
                  <a:pt x="88303" y="112082"/>
                </a:lnTo>
                <a:lnTo>
                  <a:pt x="88143" y="112010"/>
                </a:lnTo>
                <a:lnTo>
                  <a:pt x="87989" y="111948"/>
                </a:lnTo>
                <a:lnTo>
                  <a:pt x="87829" y="111892"/>
                </a:lnTo>
                <a:lnTo>
                  <a:pt x="87658" y="111840"/>
                </a:lnTo>
                <a:lnTo>
                  <a:pt x="87492" y="111799"/>
                </a:lnTo>
                <a:lnTo>
                  <a:pt x="87327" y="111768"/>
                </a:lnTo>
                <a:lnTo>
                  <a:pt x="87156" y="111742"/>
                </a:lnTo>
                <a:lnTo>
                  <a:pt x="86985" y="111722"/>
                </a:lnTo>
                <a:lnTo>
                  <a:pt x="86814" y="111712"/>
                </a:lnTo>
                <a:lnTo>
                  <a:pt x="86643" y="111706"/>
                </a:lnTo>
                <a:lnTo>
                  <a:pt x="86477" y="111712"/>
                </a:lnTo>
                <a:lnTo>
                  <a:pt x="86301" y="111722"/>
                </a:lnTo>
                <a:lnTo>
                  <a:pt x="86130" y="111742"/>
                </a:lnTo>
                <a:lnTo>
                  <a:pt x="85964" y="111768"/>
                </a:lnTo>
                <a:lnTo>
                  <a:pt x="85799" y="111799"/>
                </a:lnTo>
                <a:lnTo>
                  <a:pt x="85628" y="111840"/>
                </a:lnTo>
                <a:lnTo>
                  <a:pt x="85463" y="111892"/>
                </a:lnTo>
                <a:lnTo>
                  <a:pt x="85303" y="111948"/>
                </a:lnTo>
                <a:lnTo>
                  <a:pt x="85143" y="112010"/>
                </a:lnTo>
                <a:lnTo>
                  <a:pt x="84988" y="112082"/>
                </a:lnTo>
                <a:lnTo>
                  <a:pt x="84834" y="112159"/>
                </a:lnTo>
                <a:lnTo>
                  <a:pt x="84685" y="112252"/>
                </a:lnTo>
                <a:lnTo>
                  <a:pt x="84541" y="112345"/>
                </a:lnTo>
                <a:lnTo>
                  <a:pt x="84398" y="112448"/>
                </a:lnTo>
                <a:lnTo>
                  <a:pt x="84255" y="112556"/>
                </a:lnTo>
                <a:lnTo>
                  <a:pt x="84128" y="112674"/>
                </a:lnTo>
                <a:lnTo>
                  <a:pt x="75231" y="120978"/>
                </a:lnTo>
                <a:lnTo>
                  <a:pt x="75104" y="121101"/>
                </a:lnTo>
                <a:lnTo>
                  <a:pt x="74988" y="121225"/>
                </a:lnTo>
                <a:lnTo>
                  <a:pt x="74884" y="121364"/>
                </a:lnTo>
                <a:lnTo>
                  <a:pt x="74779" y="121498"/>
                </a:lnTo>
                <a:lnTo>
                  <a:pt x="74691" y="121637"/>
                </a:lnTo>
                <a:lnTo>
                  <a:pt x="74602" y="121776"/>
                </a:lnTo>
                <a:lnTo>
                  <a:pt x="74520" y="121930"/>
                </a:lnTo>
                <a:lnTo>
                  <a:pt x="74453" y="122074"/>
                </a:lnTo>
                <a:lnTo>
                  <a:pt x="74393" y="122224"/>
                </a:lnTo>
                <a:lnTo>
                  <a:pt x="74338" y="122378"/>
                </a:lnTo>
                <a:lnTo>
                  <a:pt x="74294" y="122538"/>
                </a:lnTo>
                <a:lnTo>
                  <a:pt x="74260" y="122692"/>
                </a:lnTo>
                <a:lnTo>
                  <a:pt x="74233" y="122847"/>
                </a:lnTo>
                <a:lnTo>
                  <a:pt x="74211" y="123006"/>
                </a:lnTo>
                <a:lnTo>
                  <a:pt x="74200" y="123166"/>
                </a:lnTo>
                <a:lnTo>
                  <a:pt x="74194" y="123331"/>
                </a:lnTo>
                <a:lnTo>
                  <a:pt x="74200" y="123485"/>
                </a:lnTo>
                <a:lnTo>
                  <a:pt x="74211" y="123645"/>
                </a:lnTo>
                <a:lnTo>
                  <a:pt x="74227" y="123804"/>
                </a:lnTo>
                <a:lnTo>
                  <a:pt x="74260" y="123964"/>
                </a:lnTo>
                <a:lnTo>
                  <a:pt x="74294" y="124118"/>
                </a:lnTo>
                <a:lnTo>
                  <a:pt x="74338" y="124273"/>
                </a:lnTo>
                <a:lnTo>
                  <a:pt x="74387" y="124427"/>
                </a:lnTo>
                <a:lnTo>
                  <a:pt x="74448" y="124582"/>
                </a:lnTo>
                <a:lnTo>
                  <a:pt x="74520" y="124731"/>
                </a:lnTo>
                <a:lnTo>
                  <a:pt x="74602" y="124875"/>
                </a:lnTo>
                <a:lnTo>
                  <a:pt x="74685" y="125014"/>
                </a:lnTo>
                <a:lnTo>
                  <a:pt x="74779" y="125158"/>
                </a:lnTo>
                <a:lnTo>
                  <a:pt x="74878" y="125297"/>
                </a:lnTo>
                <a:lnTo>
                  <a:pt x="74983" y="125426"/>
                </a:lnTo>
                <a:lnTo>
                  <a:pt x="75099" y="125554"/>
                </a:lnTo>
                <a:lnTo>
                  <a:pt x="75226" y="125678"/>
                </a:lnTo>
                <a:lnTo>
                  <a:pt x="97834" y="146872"/>
                </a:lnTo>
                <a:lnTo>
                  <a:pt x="97966" y="147001"/>
                </a:lnTo>
                <a:lnTo>
                  <a:pt x="98104" y="147119"/>
                </a:lnTo>
                <a:lnTo>
                  <a:pt x="98259" y="147233"/>
                </a:lnTo>
                <a:lnTo>
                  <a:pt x="98408" y="147346"/>
                </a:lnTo>
                <a:lnTo>
                  <a:pt x="98568" y="147459"/>
                </a:lnTo>
                <a:lnTo>
                  <a:pt x="98733" y="147572"/>
                </a:lnTo>
                <a:lnTo>
                  <a:pt x="98909" y="147686"/>
                </a:lnTo>
                <a:lnTo>
                  <a:pt x="99086" y="147789"/>
                </a:lnTo>
                <a:lnTo>
                  <a:pt x="99268" y="147892"/>
                </a:lnTo>
                <a:lnTo>
                  <a:pt x="99456" y="147995"/>
                </a:lnTo>
                <a:lnTo>
                  <a:pt x="99649" y="148092"/>
                </a:lnTo>
                <a:lnTo>
                  <a:pt x="99842" y="148185"/>
                </a:lnTo>
                <a:lnTo>
                  <a:pt x="100040" y="148283"/>
                </a:lnTo>
                <a:lnTo>
                  <a:pt x="100239" y="148370"/>
                </a:lnTo>
                <a:lnTo>
                  <a:pt x="100448" y="148458"/>
                </a:lnTo>
                <a:lnTo>
                  <a:pt x="100647" y="148540"/>
                </a:lnTo>
                <a:lnTo>
                  <a:pt x="100856" y="148618"/>
                </a:lnTo>
                <a:lnTo>
                  <a:pt x="101066" y="148690"/>
                </a:lnTo>
                <a:lnTo>
                  <a:pt x="101276" y="148757"/>
                </a:lnTo>
                <a:lnTo>
                  <a:pt x="101485" y="148823"/>
                </a:lnTo>
                <a:lnTo>
                  <a:pt x="101695" y="148885"/>
                </a:lnTo>
                <a:lnTo>
                  <a:pt x="101904" y="148947"/>
                </a:lnTo>
                <a:lnTo>
                  <a:pt x="102114" y="148998"/>
                </a:lnTo>
                <a:lnTo>
                  <a:pt x="102318" y="149045"/>
                </a:lnTo>
                <a:lnTo>
                  <a:pt x="102528" y="149086"/>
                </a:lnTo>
                <a:lnTo>
                  <a:pt x="102732" y="149122"/>
                </a:lnTo>
                <a:lnTo>
                  <a:pt x="102930" y="149158"/>
                </a:lnTo>
                <a:lnTo>
                  <a:pt x="103134" y="149184"/>
                </a:lnTo>
                <a:lnTo>
                  <a:pt x="103333" y="149204"/>
                </a:lnTo>
                <a:lnTo>
                  <a:pt x="103526" y="149220"/>
                </a:lnTo>
                <a:lnTo>
                  <a:pt x="103714" y="149225"/>
                </a:lnTo>
                <a:lnTo>
                  <a:pt x="103901" y="149230"/>
                </a:lnTo>
                <a:lnTo>
                  <a:pt x="108049" y="149230"/>
                </a:lnTo>
                <a:lnTo>
                  <a:pt x="108231" y="149225"/>
                </a:lnTo>
                <a:lnTo>
                  <a:pt x="108418" y="149220"/>
                </a:lnTo>
                <a:lnTo>
                  <a:pt x="108617" y="149204"/>
                </a:lnTo>
                <a:lnTo>
                  <a:pt x="108815" y="149184"/>
                </a:lnTo>
                <a:lnTo>
                  <a:pt x="109014" y="149158"/>
                </a:lnTo>
                <a:lnTo>
                  <a:pt x="109213" y="149127"/>
                </a:lnTo>
                <a:lnTo>
                  <a:pt x="109422" y="149086"/>
                </a:lnTo>
                <a:lnTo>
                  <a:pt x="109626" y="149045"/>
                </a:lnTo>
                <a:lnTo>
                  <a:pt x="109830" y="148998"/>
                </a:lnTo>
                <a:lnTo>
                  <a:pt x="110045" y="148947"/>
                </a:lnTo>
                <a:lnTo>
                  <a:pt x="110255" y="148885"/>
                </a:lnTo>
                <a:lnTo>
                  <a:pt x="110465" y="148823"/>
                </a:lnTo>
                <a:lnTo>
                  <a:pt x="110669" y="148762"/>
                </a:lnTo>
                <a:lnTo>
                  <a:pt x="110884" y="148690"/>
                </a:lnTo>
                <a:lnTo>
                  <a:pt x="111088" y="148618"/>
                </a:lnTo>
                <a:lnTo>
                  <a:pt x="111297" y="148540"/>
                </a:lnTo>
                <a:lnTo>
                  <a:pt x="111507" y="148458"/>
                </a:lnTo>
                <a:lnTo>
                  <a:pt x="111706" y="148376"/>
                </a:lnTo>
                <a:lnTo>
                  <a:pt x="111904" y="148283"/>
                </a:lnTo>
                <a:lnTo>
                  <a:pt x="112108" y="148190"/>
                </a:lnTo>
                <a:lnTo>
                  <a:pt x="112301" y="148092"/>
                </a:lnTo>
                <a:lnTo>
                  <a:pt x="112489" y="147995"/>
                </a:lnTo>
                <a:lnTo>
                  <a:pt x="112676" y="147897"/>
                </a:lnTo>
                <a:lnTo>
                  <a:pt x="112864" y="147794"/>
                </a:lnTo>
                <a:lnTo>
                  <a:pt x="113040" y="147686"/>
                </a:lnTo>
                <a:lnTo>
                  <a:pt x="113211" y="147572"/>
                </a:lnTo>
                <a:lnTo>
                  <a:pt x="113377" y="147464"/>
                </a:lnTo>
                <a:lnTo>
                  <a:pt x="113542" y="147351"/>
                </a:lnTo>
                <a:lnTo>
                  <a:pt x="113697" y="147238"/>
                </a:lnTo>
                <a:lnTo>
                  <a:pt x="113840" y="147119"/>
                </a:lnTo>
                <a:lnTo>
                  <a:pt x="113984" y="147001"/>
                </a:lnTo>
                <a:lnTo>
                  <a:pt x="114116" y="146877"/>
                </a:lnTo>
                <a:lnTo>
                  <a:pt x="162118" y="101972"/>
                </a:lnTo>
                <a:lnTo>
                  <a:pt x="162245" y="101843"/>
                </a:lnTo>
                <a:lnTo>
                  <a:pt x="162361" y="101714"/>
                </a:lnTo>
                <a:lnTo>
                  <a:pt x="162465" y="101585"/>
                </a:lnTo>
                <a:lnTo>
                  <a:pt x="162570" y="101452"/>
                </a:lnTo>
                <a:lnTo>
                  <a:pt x="162658" y="101313"/>
                </a:lnTo>
                <a:lnTo>
                  <a:pt x="162747" y="101163"/>
                </a:lnTo>
                <a:lnTo>
                  <a:pt x="162824" y="101019"/>
                </a:lnTo>
                <a:lnTo>
                  <a:pt x="162896" y="100870"/>
                </a:lnTo>
                <a:lnTo>
                  <a:pt x="162956" y="100721"/>
                </a:lnTo>
                <a:lnTo>
                  <a:pt x="163006" y="100566"/>
                </a:lnTo>
                <a:lnTo>
                  <a:pt x="163050" y="100412"/>
                </a:lnTo>
                <a:lnTo>
                  <a:pt x="163089" y="100257"/>
                </a:lnTo>
                <a:lnTo>
                  <a:pt x="163116" y="100098"/>
                </a:lnTo>
                <a:lnTo>
                  <a:pt x="163133" y="99938"/>
                </a:lnTo>
                <a:lnTo>
                  <a:pt x="163144" y="99778"/>
                </a:lnTo>
                <a:lnTo>
                  <a:pt x="163149" y="99624"/>
                </a:lnTo>
                <a:lnTo>
                  <a:pt x="163144" y="99464"/>
                </a:lnTo>
                <a:lnTo>
                  <a:pt x="163133" y="99300"/>
                </a:lnTo>
                <a:lnTo>
                  <a:pt x="163111" y="99145"/>
                </a:lnTo>
                <a:lnTo>
                  <a:pt x="163083" y="98986"/>
                </a:lnTo>
                <a:lnTo>
                  <a:pt x="163044" y="98831"/>
                </a:lnTo>
                <a:lnTo>
                  <a:pt x="163000" y="98672"/>
                </a:lnTo>
                <a:lnTo>
                  <a:pt x="162951" y="98522"/>
                </a:lnTo>
                <a:lnTo>
                  <a:pt x="162890" y="98373"/>
                </a:lnTo>
                <a:lnTo>
                  <a:pt x="162818" y="98224"/>
                </a:lnTo>
                <a:lnTo>
                  <a:pt x="162736" y="98074"/>
                </a:lnTo>
                <a:lnTo>
                  <a:pt x="162653" y="97936"/>
                </a:lnTo>
                <a:lnTo>
                  <a:pt x="162559" y="97797"/>
                </a:lnTo>
                <a:lnTo>
                  <a:pt x="162460" y="97663"/>
                </a:lnTo>
                <a:lnTo>
                  <a:pt x="162349" y="97529"/>
                </a:lnTo>
                <a:lnTo>
                  <a:pt x="162234" y="97400"/>
                </a:lnTo>
                <a:lnTo>
                  <a:pt x="162101" y="97277"/>
                </a:lnTo>
                <a:lnTo>
                  <a:pt x="153254" y="89071"/>
                </a:lnTo>
                <a:lnTo>
                  <a:pt x="153122" y="88957"/>
                </a:lnTo>
                <a:lnTo>
                  <a:pt x="152984" y="88849"/>
                </a:lnTo>
                <a:lnTo>
                  <a:pt x="152841" y="88746"/>
                </a:lnTo>
                <a:lnTo>
                  <a:pt x="152697" y="88654"/>
                </a:lnTo>
                <a:lnTo>
                  <a:pt x="152548" y="88566"/>
                </a:lnTo>
                <a:lnTo>
                  <a:pt x="152394" y="88489"/>
                </a:lnTo>
                <a:lnTo>
                  <a:pt x="152234" y="88412"/>
                </a:lnTo>
                <a:lnTo>
                  <a:pt x="152074" y="88350"/>
                </a:lnTo>
                <a:lnTo>
                  <a:pt x="151914" y="88293"/>
                </a:lnTo>
                <a:lnTo>
                  <a:pt x="151754" y="88247"/>
                </a:lnTo>
                <a:lnTo>
                  <a:pt x="151583" y="88206"/>
                </a:lnTo>
                <a:lnTo>
                  <a:pt x="151412" y="88170"/>
                </a:lnTo>
                <a:lnTo>
                  <a:pt x="151247" y="88144"/>
                </a:lnTo>
                <a:lnTo>
                  <a:pt x="151076" y="88129"/>
                </a:lnTo>
                <a:lnTo>
                  <a:pt x="150905" y="88118"/>
                </a:lnTo>
                <a:close/>
                <a:moveTo>
                  <a:pt x="118671" y="0"/>
                </a:moveTo>
                <a:cubicBezTo>
                  <a:pt x="184211" y="0"/>
                  <a:pt x="237342" y="53131"/>
                  <a:pt x="237342" y="118671"/>
                </a:cubicBezTo>
                <a:cubicBezTo>
                  <a:pt x="237342" y="184211"/>
                  <a:pt x="184211" y="237342"/>
                  <a:pt x="118671" y="237342"/>
                </a:cubicBezTo>
                <a:cubicBezTo>
                  <a:pt x="53131" y="237342"/>
                  <a:pt x="0" y="184211"/>
                  <a:pt x="0" y="118671"/>
                </a:cubicBezTo>
                <a:cubicBezTo>
                  <a:pt x="0" y="53131"/>
                  <a:pt x="53131" y="0"/>
                  <a:pt x="118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>
              <a:solidFill>
                <a:schemeClr val="bg1"/>
              </a:solidFill>
              <a:latin typeface="League Spartan" pitchFamily="2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E3A9C-0E2B-FCEA-3DFE-8A96AADDEB42}"/>
              </a:ext>
            </a:extLst>
          </p:cNvPr>
          <p:cNvSpPr/>
          <p:nvPr/>
        </p:nvSpPr>
        <p:spPr>
          <a:xfrm>
            <a:off x="6889389" y="4045666"/>
            <a:ext cx="1811975" cy="51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bg1"/>
                </a:solidFill>
                <a:latin typeface="League Spartan" pitchFamily="2" charset="77"/>
              </a:rPr>
              <a:t>Item number 2</a:t>
            </a:r>
            <a:endParaRPr lang="en-US" sz="2000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BE837-AAE6-FFDB-8CE4-4C0B26D52F85}"/>
              </a:ext>
            </a:extLst>
          </p:cNvPr>
          <p:cNvSpPr/>
          <p:nvPr/>
        </p:nvSpPr>
        <p:spPr>
          <a:xfrm>
            <a:off x="6284955" y="2780202"/>
            <a:ext cx="25163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3200" b="1" dirty="0">
                <a:solidFill>
                  <a:schemeClr val="accent3"/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rPr>
              <a:t>NICE TITLE</a:t>
            </a:r>
            <a:endParaRPr lang="en-US" sz="3200" b="1" dirty="0">
              <a:solidFill>
                <a:schemeClr val="accent3"/>
              </a:solidFill>
              <a:latin typeface="League Spartan" pitchFamily="2" charset="77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Freeform: Shape 22">
            <a:extLst>
              <a:ext uri="{FF2B5EF4-FFF2-40B4-BE49-F238E27FC236}">
                <a16:creationId xmlns:a16="http://schemas.microsoft.com/office/drawing/2014/main" id="{26B7B586-6F85-A7E9-30AD-C0660C64542F}"/>
              </a:ext>
            </a:extLst>
          </p:cNvPr>
          <p:cNvSpPr/>
          <p:nvPr/>
        </p:nvSpPr>
        <p:spPr>
          <a:xfrm>
            <a:off x="6583194" y="3560017"/>
            <a:ext cx="237342" cy="237342"/>
          </a:xfrm>
          <a:custGeom>
            <a:avLst/>
            <a:gdLst>
              <a:gd name="connsiteX0" fmla="*/ 150734 w 237342"/>
              <a:gd name="connsiteY0" fmla="*/ 88113 h 237342"/>
              <a:gd name="connsiteX1" fmla="*/ 150563 w 237342"/>
              <a:gd name="connsiteY1" fmla="*/ 88118 h 237342"/>
              <a:gd name="connsiteX2" fmla="*/ 150392 w 237342"/>
              <a:gd name="connsiteY2" fmla="*/ 88129 h 237342"/>
              <a:gd name="connsiteX3" fmla="*/ 150221 w 237342"/>
              <a:gd name="connsiteY3" fmla="*/ 88149 h 237342"/>
              <a:gd name="connsiteX4" fmla="*/ 150050 w 237342"/>
              <a:gd name="connsiteY4" fmla="*/ 88175 h 237342"/>
              <a:gd name="connsiteX5" fmla="*/ 149884 w 237342"/>
              <a:gd name="connsiteY5" fmla="*/ 88211 h 237342"/>
              <a:gd name="connsiteX6" fmla="*/ 149719 w 237342"/>
              <a:gd name="connsiteY6" fmla="*/ 88252 h 237342"/>
              <a:gd name="connsiteX7" fmla="*/ 149553 w 237342"/>
              <a:gd name="connsiteY7" fmla="*/ 88298 h 237342"/>
              <a:gd name="connsiteX8" fmla="*/ 149393 w 237342"/>
              <a:gd name="connsiteY8" fmla="*/ 88355 h 237342"/>
              <a:gd name="connsiteX9" fmla="*/ 149233 w 237342"/>
              <a:gd name="connsiteY9" fmla="*/ 88422 h 237342"/>
              <a:gd name="connsiteX10" fmla="*/ 149079 w 237342"/>
              <a:gd name="connsiteY10" fmla="*/ 88499 h 237342"/>
              <a:gd name="connsiteX11" fmla="*/ 148925 w 237342"/>
              <a:gd name="connsiteY11" fmla="*/ 88576 h 237342"/>
              <a:gd name="connsiteX12" fmla="*/ 148770 w 237342"/>
              <a:gd name="connsiteY12" fmla="*/ 88664 h 237342"/>
              <a:gd name="connsiteX13" fmla="*/ 148627 w 237342"/>
              <a:gd name="connsiteY13" fmla="*/ 88757 h 237342"/>
              <a:gd name="connsiteX14" fmla="*/ 148489 w 237342"/>
              <a:gd name="connsiteY14" fmla="*/ 88860 h 237342"/>
              <a:gd name="connsiteX15" fmla="*/ 148351 w 237342"/>
              <a:gd name="connsiteY15" fmla="*/ 88968 h 237342"/>
              <a:gd name="connsiteX16" fmla="*/ 148219 w 237342"/>
              <a:gd name="connsiteY16" fmla="*/ 89091 h 237342"/>
              <a:gd name="connsiteX17" fmla="*/ 108639 w 237342"/>
              <a:gd name="connsiteY17" fmla="*/ 126121 h 237342"/>
              <a:gd name="connsiteX18" fmla="*/ 108501 w 237342"/>
              <a:gd name="connsiteY18" fmla="*/ 126234 h 237342"/>
              <a:gd name="connsiteX19" fmla="*/ 108369 w 237342"/>
              <a:gd name="connsiteY19" fmla="*/ 126342 h 237342"/>
              <a:gd name="connsiteX20" fmla="*/ 108225 w 237342"/>
              <a:gd name="connsiteY20" fmla="*/ 126450 h 237342"/>
              <a:gd name="connsiteX21" fmla="*/ 108082 w 237342"/>
              <a:gd name="connsiteY21" fmla="*/ 126543 h 237342"/>
              <a:gd name="connsiteX22" fmla="*/ 107933 w 237342"/>
              <a:gd name="connsiteY22" fmla="*/ 126630 h 237342"/>
              <a:gd name="connsiteX23" fmla="*/ 107779 w 237342"/>
              <a:gd name="connsiteY23" fmla="*/ 126713 h 237342"/>
              <a:gd name="connsiteX24" fmla="*/ 107619 w 237342"/>
              <a:gd name="connsiteY24" fmla="*/ 126785 h 237342"/>
              <a:gd name="connsiteX25" fmla="*/ 107464 w 237342"/>
              <a:gd name="connsiteY25" fmla="*/ 126847 h 237342"/>
              <a:gd name="connsiteX26" fmla="*/ 107304 w 237342"/>
              <a:gd name="connsiteY26" fmla="*/ 126903 h 237342"/>
              <a:gd name="connsiteX27" fmla="*/ 107133 w 237342"/>
              <a:gd name="connsiteY27" fmla="*/ 126950 h 237342"/>
              <a:gd name="connsiteX28" fmla="*/ 106968 w 237342"/>
              <a:gd name="connsiteY28" fmla="*/ 126991 h 237342"/>
              <a:gd name="connsiteX29" fmla="*/ 106802 w 237342"/>
              <a:gd name="connsiteY29" fmla="*/ 127027 h 237342"/>
              <a:gd name="connsiteX30" fmla="*/ 106637 w 237342"/>
              <a:gd name="connsiteY30" fmla="*/ 127058 h 237342"/>
              <a:gd name="connsiteX31" fmla="*/ 106460 w 237342"/>
              <a:gd name="connsiteY31" fmla="*/ 127078 h 237342"/>
              <a:gd name="connsiteX32" fmla="*/ 106289 w 237342"/>
              <a:gd name="connsiteY32" fmla="*/ 127089 h 237342"/>
              <a:gd name="connsiteX33" fmla="*/ 106124 w 237342"/>
              <a:gd name="connsiteY33" fmla="*/ 127094 h 237342"/>
              <a:gd name="connsiteX34" fmla="*/ 105953 w 237342"/>
              <a:gd name="connsiteY34" fmla="*/ 127089 h 237342"/>
              <a:gd name="connsiteX35" fmla="*/ 105776 w 237342"/>
              <a:gd name="connsiteY35" fmla="*/ 127078 h 237342"/>
              <a:gd name="connsiteX36" fmla="*/ 105611 w 237342"/>
              <a:gd name="connsiteY36" fmla="*/ 127058 h 237342"/>
              <a:gd name="connsiteX37" fmla="*/ 105440 w 237342"/>
              <a:gd name="connsiteY37" fmla="*/ 127027 h 237342"/>
              <a:gd name="connsiteX38" fmla="*/ 105274 w 237342"/>
              <a:gd name="connsiteY38" fmla="*/ 126996 h 237342"/>
              <a:gd name="connsiteX39" fmla="*/ 105103 w 237342"/>
              <a:gd name="connsiteY39" fmla="*/ 126955 h 237342"/>
              <a:gd name="connsiteX40" fmla="*/ 104944 w 237342"/>
              <a:gd name="connsiteY40" fmla="*/ 126903 h 237342"/>
              <a:gd name="connsiteX41" fmla="*/ 104784 w 237342"/>
              <a:gd name="connsiteY41" fmla="*/ 126847 h 237342"/>
              <a:gd name="connsiteX42" fmla="*/ 104624 w 237342"/>
              <a:gd name="connsiteY42" fmla="*/ 126785 h 237342"/>
              <a:gd name="connsiteX43" fmla="*/ 104469 w 237342"/>
              <a:gd name="connsiteY43" fmla="*/ 126713 h 237342"/>
              <a:gd name="connsiteX44" fmla="*/ 104309 w 237342"/>
              <a:gd name="connsiteY44" fmla="*/ 126636 h 237342"/>
              <a:gd name="connsiteX45" fmla="*/ 104160 w 237342"/>
              <a:gd name="connsiteY45" fmla="*/ 126548 h 237342"/>
              <a:gd name="connsiteX46" fmla="*/ 104017 w 237342"/>
              <a:gd name="connsiteY46" fmla="*/ 126455 h 237342"/>
              <a:gd name="connsiteX47" fmla="*/ 103879 w 237342"/>
              <a:gd name="connsiteY47" fmla="*/ 126347 h 237342"/>
              <a:gd name="connsiteX48" fmla="*/ 103741 w 237342"/>
              <a:gd name="connsiteY48" fmla="*/ 126239 h 237342"/>
              <a:gd name="connsiteX49" fmla="*/ 103603 w 237342"/>
              <a:gd name="connsiteY49" fmla="*/ 126126 h 237342"/>
              <a:gd name="connsiteX50" fmla="*/ 89163 w 237342"/>
              <a:gd name="connsiteY50" fmla="*/ 112669 h 237342"/>
              <a:gd name="connsiteX51" fmla="*/ 89026 w 237342"/>
              <a:gd name="connsiteY51" fmla="*/ 112556 h 237342"/>
              <a:gd name="connsiteX52" fmla="*/ 88893 w 237342"/>
              <a:gd name="connsiteY52" fmla="*/ 112448 h 237342"/>
              <a:gd name="connsiteX53" fmla="*/ 88750 w 237342"/>
              <a:gd name="connsiteY53" fmla="*/ 112345 h 237342"/>
              <a:gd name="connsiteX54" fmla="*/ 88606 w 237342"/>
              <a:gd name="connsiteY54" fmla="*/ 112252 h 237342"/>
              <a:gd name="connsiteX55" fmla="*/ 88457 w 237342"/>
              <a:gd name="connsiteY55" fmla="*/ 112159 h 237342"/>
              <a:gd name="connsiteX56" fmla="*/ 88303 w 237342"/>
              <a:gd name="connsiteY56" fmla="*/ 112082 h 237342"/>
              <a:gd name="connsiteX57" fmla="*/ 88143 w 237342"/>
              <a:gd name="connsiteY57" fmla="*/ 112010 h 237342"/>
              <a:gd name="connsiteX58" fmla="*/ 87989 w 237342"/>
              <a:gd name="connsiteY58" fmla="*/ 111948 h 237342"/>
              <a:gd name="connsiteX59" fmla="*/ 87829 w 237342"/>
              <a:gd name="connsiteY59" fmla="*/ 111892 h 237342"/>
              <a:gd name="connsiteX60" fmla="*/ 87658 w 237342"/>
              <a:gd name="connsiteY60" fmla="*/ 111840 h 237342"/>
              <a:gd name="connsiteX61" fmla="*/ 87492 w 237342"/>
              <a:gd name="connsiteY61" fmla="*/ 111799 h 237342"/>
              <a:gd name="connsiteX62" fmla="*/ 87327 w 237342"/>
              <a:gd name="connsiteY62" fmla="*/ 111768 h 237342"/>
              <a:gd name="connsiteX63" fmla="*/ 87156 w 237342"/>
              <a:gd name="connsiteY63" fmla="*/ 111742 h 237342"/>
              <a:gd name="connsiteX64" fmla="*/ 86985 w 237342"/>
              <a:gd name="connsiteY64" fmla="*/ 111722 h 237342"/>
              <a:gd name="connsiteX65" fmla="*/ 86814 w 237342"/>
              <a:gd name="connsiteY65" fmla="*/ 111712 h 237342"/>
              <a:gd name="connsiteX66" fmla="*/ 86643 w 237342"/>
              <a:gd name="connsiteY66" fmla="*/ 111706 h 237342"/>
              <a:gd name="connsiteX67" fmla="*/ 86477 w 237342"/>
              <a:gd name="connsiteY67" fmla="*/ 111712 h 237342"/>
              <a:gd name="connsiteX68" fmla="*/ 86301 w 237342"/>
              <a:gd name="connsiteY68" fmla="*/ 111722 h 237342"/>
              <a:gd name="connsiteX69" fmla="*/ 86130 w 237342"/>
              <a:gd name="connsiteY69" fmla="*/ 111742 h 237342"/>
              <a:gd name="connsiteX70" fmla="*/ 85964 w 237342"/>
              <a:gd name="connsiteY70" fmla="*/ 111768 h 237342"/>
              <a:gd name="connsiteX71" fmla="*/ 85799 w 237342"/>
              <a:gd name="connsiteY71" fmla="*/ 111799 h 237342"/>
              <a:gd name="connsiteX72" fmla="*/ 85628 w 237342"/>
              <a:gd name="connsiteY72" fmla="*/ 111840 h 237342"/>
              <a:gd name="connsiteX73" fmla="*/ 85463 w 237342"/>
              <a:gd name="connsiteY73" fmla="*/ 111892 h 237342"/>
              <a:gd name="connsiteX74" fmla="*/ 85303 w 237342"/>
              <a:gd name="connsiteY74" fmla="*/ 111948 h 237342"/>
              <a:gd name="connsiteX75" fmla="*/ 85143 w 237342"/>
              <a:gd name="connsiteY75" fmla="*/ 112010 h 237342"/>
              <a:gd name="connsiteX76" fmla="*/ 84988 w 237342"/>
              <a:gd name="connsiteY76" fmla="*/ 112082 h 237342"/>
              <a:gd name="connsiteX77" fmla="*/ 84834 w 237342"/>
              <a:gd name="connsiteY77" fmla="*/ 112159 h 237342"/>
              <a:gd name="connsiteX78" fmla="*/ 84685 w 237342"/>
              <a:gd name="connsiteY78" fmla="*/ 112252 h 237342"/>
              <a:gd name="connsiteX79" fmla="*/ 84541 w 237342"/>
              <a:gd name="connsiteY79" fmla="*/ 112345 h 237342"/>
              <a:gd name="connsiteX80" fmla="*/ 84398 w 237342"/>
              <a:gd name="connsiteY80" fmla="*/ 112448 h 237342"/>
              <a:gd name="connsiteX81" fmla="*/ 84255 w 237342"/>
              <a:gd name="connsiteY81" fmla="*/ 112556 h 237342"/>
              <a:gd name="connsiteX82" fmla="*/ 84128 w 237342"/>
              <a:gd name="connsiteY82" fmla="*/ 112674 h 237342"/>
              <a:gd name="connsiteX83" fmla="*/ 75231 w 237342"/>
              <a:gd name="connsiteY83" fmla="*/ 120978 h 237342"/>
              <a:gd name="connsiteX84" fmla="*/ 75104 w 237342"/>
              <a:gd name="connsiteY84" fmla="*/ 121101 h 237342"/>
              <a:gd name="connsiteX85" fmla="*/ 74988 w 237342"/>
              <a:gd name="connsiteY85" fmla="*/ 121225 h 237342"/>
              <a:gd name="connsiteX86" fmla="*/ 74884 w 237342"/>
              <a:gd name="connsiteY86" fmla="*/ 121364 h 237342"/>
              <a:gd name="connsiteX87" fmla="*/ 74779 w 237342"/>
              <a:gd name="connsiteY87" fmla="*/ 121498 h 237342"/>
              <a:gd name="connsiteX88" fmla="*/ 74691 w 237342"/>
              <a:gd name="connsiteY88" fmla="*/ 121637 h 237342"/>
              <a:gd name="connsiteX89" fmla="*/ 74602 w 237342"/>
              <a:gd name="connsiteY89" fmla="*/ 121776 h 237342"/>
              <a:gd name="connsiteX90" fmla="*/ 74520 w 237342"/>
              <a:gd name="connsiteY90" fmla="*/ 121930 h 237342"/>
              <a:gd name="connsiteX91" fmla="*/ 74453 w 237342"/>
              <a:gd name="connsiteY91" fmla="*/ 122074 h 237342"/>
              <a:gd name="connsiteX92" fmla="*/ 74393 w 237342"/>
              <a:gd name="connsiteY92" fmla="*/ 122224 h 237342"/>
              <a:gd name="connsiteX93" fmla="*/ 74338 w 237342"/>
              <a:gd name="connsiteY93" fmla="*/ 122378 h 237342"/>
              <a:gd name="connsiteX94" fmla="*/ 74294 w 237342"/>
              <a:gd name="connsiteY94" fmla="*/ 122538 h 237342"/>
              <a:gd name="connsiteX95" fmla="*/ 74260 w 237342"/>
              <a:gd name="connsiteY95" fmla="*/ 122692 h 237342"/>
              <a:gd name="connsiteX96" fmla="*/ 74233 w 237342"/>
              <a:gd name="connsiteY96" fmla="*/ 122847 h 237342"/>
              <a:gd name="connsiteX97" fmla="*/ 74211 w 237342"/>
              <a:gd name="connsiteY97" fmla="*/ 123006 h 237342"/>
              <a:gd name="connsiteX98" fmla="*/ 74200 w 237342"/>
              <a:gd name="connsiteY98" fmla="*/ 123166 h 237342"/>
              <a:gd name="connsiteX99" fmla="*/ 74194 w 237342"/>
              <a:gd name="connsiteY99" fmla="*/ 123331 h 237342"/>
              <a:gd name="connsiteX100" fmla="*/ 74200 w 237342"/>
              <a:gd name="connsiteY100" fmla="*/ 123485 h 237342"/>
              <a:gd name="connsiteX101" fmla="*/ 74211 w 237342"/>
              <a:gd name="connsiteY101" fmla="*/ 123645 h 237342"/>
              <a:gd name="connsiteX102" fmla="*/ 74227 w 237342"/>
              <a:gd name="connsiteY102" fmla="*/ 123804 h 237342"/>
              <a:gd name="connsiteX103" fmla="*/ 74260 w 237342"/>
              <a:gd name="connsiteY103" fmla="*/ 123964 h 237342"/>
              <a:gd name="connsiteX104" fmla="*/ 74294 w 237342"/>
              <a:gd name="connsiteY104" fmla="*/ 124118 h 237342"/>
              <a:gd name="connsiteX105" fmla="*/ 74338 w 237342"/>
              <a:gd name="connsiteY105" fmla="*/ 124273 h 237342"/>
              <a:gd name="connsiteX106" fmla="*/ 74387 w 237342"/>
              <a:gd name="connsiteY106" fmla="*/ 124427 h 237342"/>
              <a:gd name="connsiteX107" fmla="*/ 74448 w 237342"/>
              <a:gd name="connsiteY107" fmla="*/ 124582 h 237342"/>
              <a:gd name="connsiteX108" fmla="*/ 74520 w 237342"/>
              <a:gd name="connsiteY108" fmla="*/ 124731 h 237342"/>
              <a:gd name="connsiteX109" fmla="*/ 74602 w 237342"/>
              <a:gd name="connsiteY109" fmla="*/ 124875 h 237342"/>
              <a:gd name="connsiteX110" fmla="*/ 74685 w 237342"/>
              <a:gd name="connsiteY110" fmla="*/ 125014 h 237342"/>
              <a:gd name="connsiteX111" fmla="*/ 74779 w 237342"/>
              <a:gd name="connsiteY111" fmla="*/ 125158 h 237342"/>
              <a:gd name="connsiteX112" fmla="*/ 74878 w 237342"/>
              <a:gd name="connsiteY112" fmla="*/ 125297 h 237342"/>
              <a:gd name="connsiteX113" fmla="*/ 74983 w 237342"/>
              <a:gd name="connsiteY113" fmla="*/ 125426 h 237342"/>
              <a:gd name="connsiteX114" fmla="*/ 75099 w 237342"/>
              <a:gd name="connsiteY114" fmla="*/ 125554 h 237342"/>
              <a:gd name="connsiteX115" fmla="*/ 75226 w 237342"/>
              <a:gd name="connsiteY115" fmla="*/ 125678 h 237342"/>
              <a:gd name="connsiteX116" fmla="*/ 97834 w 237342"/>
              <a:gd name="connsiteY116" fmla="*/ 146872 h 237342"/>
              <a:gd name="connsiteX117" fmla="*/ 97966 w 237342"/>
              <a:gd name="connsiteY117" fmla="*/ 147001 h 237342"/>
              <a:gd name="connsiteX118" fmla="*/ 98104 w 237342"/>
              <a:gd name="connsiteY118" fmla="*/ 147119 h 237342"/>
              <a:gd name="connsiteX119" fmla="*/ 98259 w 237342"/>
              <a:gd name="connsiteY119" fmla="*/ 147233 h 237342"/>
              <a:gd name="connsiteX120" fmla="*/ 98408 w 237342"/>
              <a:gd name="connsiteY120" fmla="*/ 147346 h 237342"/>
              <a:gd name="connsiteX121" fmla="*/ 98568 w 237342"/>
              <a:gd name="connsiteY121" fmla="*/ 147459 h 237342"/>
              <a:gd name="connsiteX122" fmla="*/ 98733 w 237342"/>
              <a:gd name="connsiteY122" fmla="*/ 147572 h 237342"/>
              <a:gd name="connsiteX123" fmla="*/ 98909 w 237342"/>
              <a:gd name="connsiteY123" fmla="*/ 147686 h 237342"/>
              <a:gd name="connsiteX124" fmla="*/ 99086 w 237342"/>
              <a:gd name="connsiteY124" fmla="*/ 147789 h 237342"/>
              <a:gd name="connsiteX125" fmla="*/ 99268 w 237342"/>
              <a:gd name="connsiteY125" fmla="*/ 147892 h 237342"/>
              <a:gd name="connsiteX126" fmla="*/ 99456 w 237342"/>
              <a:gd name="connsiteY126" fmla="*/ 147995 h 237342"/>
              <a:gd name="connsiteX127" fmla="*/ 99649 w 237342"/>
              <a:gd name="connsiteY127" fmla="*/ 148092 h 237342"/>
              <a:gd name="connsiteX128" fmla="*/ 99842 w 237342"/>
              <a:gd name="connsiteY128" fmla="*/ 148185 h 237342"/>
              <a:gd name="connsiteX129" fmla="*/ 100040 w 237342"/>
              <a:gd name="connsiteY129" fmla="*/ 148283 h 237342"/>
              <a:gd name="connsiteX130" fmla="*/ 100239 w 237342"/>
              <a:gd name="connsiteY130" fmla="*/ 148370 h 237342"/>
              <a:gd name="connsiteX131" fmla="*/ 100448 w 237342"/>
              <a:gd name="connsiteY131" fmla="*/ 148458 h 237342"/>
              <a:gd name="connsiteX132" fmla="*/ 100647 w 237342"/>
              <a:gd name="connsiteY132" fmla="*/ 148540 h 237342"/>
              <a:gd name="connsiteX133" fmla="*/ 100856 w 237342"/>
              <a:gd name="connsiteY133" fmla="*/ 148618 h 237342"/>
              <a:gd name="connsiteX134" fmla="*/ 101066 w 237342"/>
              <a:gd name="connsiteY134" fmla="*/ 148690 h 237342"/>
              <a:gd name="connsiteX135" fmla="*/ 101276 w 237342"/>
              <a:gd name="connsiteY135" fmla="*/ 148757 h 237342"/>
              <a:gd name="connsiteX136" fmla="*/ 101485 w 237342"/>
              <a:gd name="connsiteY136" fmla="*/ 148823 h 237342"/>
              <a:gd name="connsiteX137" fmla="*/ 101695 w 237342"/>
              <a:gd name="connsiteY137" fmla="*/ 148885 h 237342"/>
              <a:gd name="connsiteX138" fmla="*/ 101904 w 237342"/>
              <a:gd name="connsiteY138" fmla="*/ 148947 h 237342"/>
              <a:gd name="connsiteX139" fmla="*/ 102114 w 237342"/>
              <a:gd name="connsiteY139" fmla="*/ 148998 h 237342"/>
              <a:gd name="connsiteX140" fmla="*/ 102318 w 237342"/>
              <a:gd name="connsiteY140" fmla="*/ 149045 h 237342"/>
              <a:gd name="connsiteX141" fmla="*/ 102528 w 237342"/>
              <a:gd name="connsiteY141" fmla="*/ 149086 h 237342"/>
              <a:gd name="connsiteX142" fmla="*/ 102732 w 237342"/>
              <a:gd name="connsiteY142" fmla="*/ 149122 h 237342"/>
              <a:gd name="connsiteX143" fmla="*/ 102930 w 237342"/>
              <a:gd name="connsiteY143" fmla="*/ 149158 h 237342"/>
              <a:gd name="connsiteX144" fmla="*/ 103134 w 237342"/>
              <a:gd name="connsiteY144" fmla="*/ 149184 h 237342"/>
              <a:gd name="connsiteX145" fmla="*/ 103333 w 237342"/>
              <a:gd name="connsiteY145" fmla="*/ 149204 h 237342"/>
              <a:gd name="connsiteX146" fmla="*/ 103526 w 237342"/>
              <a:gd name="connsiteY146" fmla="*/ 149220 h 237342"/>
              <a:gd name="connsiteX147" fmla="*/ 103714 w 237342"/>
              <a:gd name="connsiteY147" fmla="*/ 149225 h 237342"/>
              <a:gd name="connsiteX148" fmla="*/ 103901 w 237342"/>
              <a:gd name="connsiteY148" fmla="*/ 149230 h 237342"/>
              <a:gd name="connsiteX149" fmla="*/ 108049 w 237342"/>
              <a:gd name="connsiteY149" fmla="*/ 149230 h 237342"/>
              <a:gd name="connsiteX150" fmla="*/ 108231 w 237342"/>
              <a:gd name="connsiteY150" fmla="*/ 149225 h 237342"/>
              <a:gd name="connsiteX151" fmla="*/ 108418 w 237342"/>
              <a:gd name="connsiteY151" fmla="*/ 149220 h 237342"/>
              <a:gd name="connsiteX152" fmla="*/ 108617 w 237342"/>
              <a:gd name="connsiteY152" fmla="*/ 149204 h 237342"/>
              <a:gd name="connsiteX153" fmla="*/ 108815 w 237342"/>
              <a:gd name="connsiteY153" fmla="*/ 149184 h 237342"/>
              <a:gd name="connsiteX154" fmla="*/ 109014 w 237342"/>
              <a:gd name="connsiteY154" fmla="*/ 149158 h 237342"/>
              <a:gd name="connsiteX155" fmla="*/ 109213 w 237342"/>
              <a:gd name="connsiteY155" fmla="*/ 149127 h 237342"/>
              <a:gd name="connsiteX156" fmla="*/ 109422 w 237342"/>
              <a:gd name="connsiteY156" fmla="*/ 149086 h 237342"/>
              <a:gd name="connsiteX157" fmla="*/ 109626 w 237342"/>
              <a:gd name="connsiteY157" fmla="*/ 149045 h 237342"/>
              <a:gd name="connsiteX158" fmla="*/ 109830 w 237342"/>
              <a:gd name="connsiteY158" fmla="*/ 148998 h 237342"/>
              <a:gd name="connsiteX159" fmla="*/ 110045 w 237342"/>
              <a:gd name="connsiteY159" fmla="*/ 148947 h 237342"/>
              <a:gd name="connsiteX160" fmla="*/ 110255 w 237342"/>
              <a:gd name="connsiteY160" fmla="*/ 148885 h 237342"/>
              <a:gd name="connsiteX161" fmla="*/ 110465 w 237342"/>
              <a:gd name="connsiteY161" fmla="*/ 148823 h 237342"/>
              <a:gd name="connsiteX162" fmla="*/ 110669 w 237342"/>
              <a:gd name="connsiteY162" fmla="*/ 148762 h 237342"/>
              <a:gd name="connsiteX163" fmla="*/ 110884 w 237342"/>
              <a:gd name="connsiteY163" fmla="*/ 148690 h 237342"/>
              <a:gd name="connsiteX164" fmla="*/ 111088 w 237342"/>
              <a:gd name="connsiteY164" fmla="*/ 148618 h 237342"/>
              <a:gd name="connsiteX165" fmla="*/ 111297 w 237342"/>
              <a:gd name="connsiteY165" fmla="*/ 148540 h 237342"/>
              <a:gd name="connsiteX166" fmla="*/ 111507 w 237342"/>
              <a:gd name="connsiteY166" fmla="*/ 148458 h 237342"/>
              <a:gd name="connsiteX167" fmla="*/ 111706 w 237342"/>
              <a:gd name="connsiteY167" fmla="*/ 148376 h 237342"/>
              <a:gd name="connsiteX168" fmla="*/ 111904 w 237342"/>
              <a:gd name="connsiteY168" fmla="*/ 148283 h 237342"/>
              <a:gd name="connsiteX169" fmla="*/ 112108 w 237342"/>
              <a:gd name="connsiteY169" fmla="*/ 148190 h 237342"/>
              <a:gd name="connsiteX170" fmla="*/ 112301 w 237342"/>
              <a:gd name="connsiteY170" fmla="*/ 148092 h 237342"/>
              <a:gd name="connsiteX171" fmla="*/ 112489 w 237342"/>
              <a:gd name="connsiteY171" fmla="*/ 147995 h 237342"/>
              <a:gd name="connsiteX172" fmla="*/ 112676 w 237342"/>
              <a:gd name="connsiteY172" fmla="*/ 147897 h 237342"/>
              <a:gd name="connsiteX173" fmla="*/ 112864 w 237342"/>
              <a:gd name="connsiteY173" fmla="*/ 147794 h 237342"/>
              <a:gd name="connsiteX174" fmla="*/ 113040 w 237342"/>
              <a:gd name="connsiteY174" fmla="*/ 147686 h 237342"/>
              <a:gd name="connsiteX175" fmla="*/ 113211 w 237342"/>
              <a:gd name="connsiteY175" fmla="*/ 147572 h 237342"/>
              <a:gd name="connsiteX176" fmla="*/ 113377 w 237342"/>
              <a:gd name="connsiteY176" fmla="*/ 147464 h 237342"/>
              <a:gd name="connsiteX177" fmla="*/ 113542 w 237342"/>
              <a:gd name="connsiteY177" fmla="*/ 147351 h 237342"/>
              <a:gd name="connsiteX178" fmla="*/ 113697 w 237342"/>
              <a:gd name="connsiteY178" fmla="*/ 147238 h 237342"/>
              <a:gd name="connsiteX179" fmla="*/ 113840 w 237342"/>
              <a:gd name="connsiteY179" fmla="*/ 147119 h 237342"/>
              <a:gd name="connsiteX180" fmla="*/ 113984 w 237342"/>
              <a:gd name="connsiteY180" fmla="*/ 147001 h 237342"/>
              <a:gd name="connsiteX181" fmla="*/ 114116 w 237342"/>
              <a:gd name="connsiteY181" fmla="*/ 146877 h 237342"/>
              <a:gd name="connsiteX182" fmla="*/ 162118 w 237342"/>
              <a:gd name="connsiteY182" fmla="*/ 101972 h 237342"/>
              <a:gd name="connsiteX183" fmla="*/ 162245 w 237342"/>
              <a:gd name="connsiteY183" fmla="*/ 101843 h 237342"/>
              <a:gd name="connsiteX184" fmla="*/ 162361 w 237342"/>
              <a:gd name="connsiteY184" fmla="*/ 101714 h 237342"/>
              <a:gd name="connsiteX185" fmla="*/ 162465 w 237342"/>
              <a:gd name="connsiteY185" fmla="*/ 101585 h 237342"/>
              <a:gd name="connsiteX186" fmla="*/ 162570 w 237342"/>
              <a:gd name="connsiteY186" fmla="*/ 101452 h 237342"/>
              <a:gd name="connsiteX187" fmla="*/ 162658 w 237342"/>
              <a:gd name="connsiteY187" fmla="*/ 101313 h 237342"/>
              <a:gd name="connsiteX188" fmla="*/ 162747 w 237342"/>
              <a:gd name="connsiteY188" fmla="*/ 101163 h 237342"/>
              <a:gd name="connsiteX189" fmla="*/ 162824 w 237342"/>
              <a:gd name="connsiteY189" fmla="*/ 101019 h 237342"/>
              <a:gd name="connsiteX190" fmla="*/ 162896 w 237342"/>
              <a:gd name="connsiteY190" fmla="*/ 100870 h 237342"/>
              <a:gd name="connsiteX191" fmla="*/ 162956 w 237342"/>
              <a:gd name="connsiteY191" fmla="*/ 100721 h 237342"/>
              <a:gd name="connsiteX192" fmla="*/ 163006 w 237342"/>
              <a:gd name="connsiteY192" fmla="*/ 100566 h 237342"/>
              <a:gd name="connsiteX193" fmla="*/ 163050 w 237342"/>
              <a:gd name="connsiteY193" fmla="*/ 100412 h 237342"/>
              <a:gd name="connsiteX194" fmla="*/ 163089 w 237342"/>
              <a:gd name="connsiteY194" fmla="*/ 100257 h 237342"/>
              <a:gd name="connsiteX195" fmla="*/ 163116 w 237342"/>
              <a:gd name="connsiteY195" fmla="*/ 100098 h 237342"/>
              <a:gd name="connsiteX196" fmla="*/ 163133 w 237342"/>
              <a:gd name="connsiteY196" fmla="*/ 99938 h 237342"/>
              <a:gd name="connsiteX197" fmla="*/ 163144 w 237342"/>
              <a:gd name="connsiteY197" fmla="*/ 99778 h 237342"/>
              <a:gd name="connsiteX198" fmla="*/ 163149 w 237342"/>
              <a:gd name="connsiteY198" fmla="*/ 99624 h 237342"/>
              <a:gd name="connsiteX199" fmla="*/ 163144 w 237342"/>
              <a:gd name="connsiteY199" fmla="*/ 99464 h 237342"/>
              <a:gd name="connsiteX200" fmla="*/ 163133 w 237342"/>
              <a:gd name="connsiteY200" fmla="*/ 99300 h 237342"/>
              <a:gd name="connsiteX201" fmla="*/ 163111 w 237342"/>
              <a:gd name="connsiteY201" fmla="*/ 99145 h 237342"/>
              <a:gd name="connsiteX202" fmla="*/ 163083 w 237342"/>
              <a:gd name="connsiteY202" fmla="*/ 98986 h 237342"/>
              <a:gd name="connsiteX203" fmla="*/ 163044 w 237342"/>
              <a:gd name="connsiteY203" fmla="*/ 98831 h 237342"/>
              <a:gd name="connsiteX204" fmla="*/ 163000 w 237342"/>
              <a:gd name="connsiteY204" fmla="*/ 98672 h 237342"/>
              <a:gd name="connsiteX205" fmla="*/ 162951 w 237342"/>
              <a:gd name="connsiteY205" fmla="*/ 98522 h 237342"/>
              <a:gd name="connsiteX206" fmla="*/ 162890 w 237342"/>
              <a:gd name="connsiteY206" fmla="*/ 98373 h 237342"/>
              <a:gd name="connsiteX207" fmla="*/ 162818 w 237342"/>
              <a:gd name="connsiteY207" fmla="*/ 98224 h 237342"/>
              <a:gd name="connsiteX208" fmla="*/ 162736 w 237342"/>
              <a:gd name="connsiteY208" fmla="*/ 98074 h 237342"/>
              <a:gd name="connsiteX209" fmla="*/ 162653 w 237342"/>
              <a:gd name="connsiteY209" fmla="*/ 97936 h 237342"/>
              <a:gd name="connsiteX210" fmla="*/ 162559 w 237342"/>
              <a:gd name="connsiteY210" fmla="*/ 97797 h 237342"/>
              <a:gd name="connsiteX211" fmla="*/ 162460 w 237342"/>
              <a:gd name="connsiteY211" fmla="*/ 97663 h 237342"/>
              <a:gd name="connsiteX212" fmla="*/ 162349 w 237342"/>
              <a:gd name="connsiteY212" fmla="*/ 97529 h 237342"/>
              <a:gd name="connsiteX213" fmla="*/ 162234 w 237342"/>
              <a:gd name="connsiteY213" fmla="*/ 97400 h 237342"/>
              <a:gd name="connsiteX214" fmla="*/ 162101 w 237342"/>
              <a:gd name="connsiteY214" fmla="*/ 97277 h 237342"/>
              <a:gd name="connsiteX215" fmla="*/ 153254 w 237342"/>
              <a:gd name="connsiteY215" fmla="*/ 89071 h 237342"/>
              <a:gd name="connsiteX216" fmla="*/ 153122 w 237342"/>
              <a:gd name="connsiteY216" fmla="*/ 88957 h 237342"/>
              <a:gd name="connsiteX217" fmla="*/ 152984 w 237342"/>
              <a:gd name="connsiteY217" fmla="*/ 88849 h 237342"/>
              <a:gd name="connsiteX218" fmla="*/ 152841 w 237342"/>
              <a:gd name="connsiteY218" fmla="*/ 88746 h 237342"/>
              <a:gd name="connsiteX219" fmla="*/ 152697 w 237342"/>
              <a:gd name="connsiteY219" fmla="*/ 88654 h 237342"/>
              <a:gd name="connsiteX220" fmla="*/ 152548 w 237342"/>
              <a:gd name="connsiteY220" fmla="*/ 88566 h 237342"/>
              <a:gd name="connsiteX221" fmla="*/ 152394 w 237342"/>
              <a:gd name="connsiteY221" fmla="*/ 88489 h 237342"/>
              <a:gd name="connsiteX222" fmla="*/ 152234 w 237342"/>
              <a:gd name="connsiteY222" fmla="*/ 88412 h 237342"/>
              <a:gd name="connsiteX223" fmla="*/ 152074 w 237342"/>
              <a:gd name="connsiteY223" fmla="*/ 88350 h 237342"/>
              <a:gd name="connsiteX224" fmla="*/ 151914 w 237342"/>
              <a:gd name="connsiteY224" fmla="*/ 88293 h 237342"/>
              <a:gd name="connsiteX225" fmla="*/ 151754 w 237342"/>
              <a:gd name="connsiteY225" fmla="*/ 88247 h 237342"/>
              <a:gd name="connsiteX226" fmla="*/ 151583 w 237342"/>
              <a:gd name="connsiteY226" fmla="*/ 88206 h 237342"/>
              <a:gd name="connsiteX227" fmla="*/ 151412 w 237342"/>
              <a:gd name="connsiteY227" fmla="*/ 88170 h 237342"/>
              <a:gd name="connsiteX228" fmla="*/ 151247 w 237342"/>
              <a:gd name="connsiteY228" fmla="*/ 88144 h 237342"/>
              <a:gd name="connsiteX229" fmla="*/ 151076 w 237342"/>
              <a:gd name="connsiteY229" fmla="*/ 88129 h 237342"/>
              <a:gd name="connsiteX230" fmla="*/ 150905 w 237342"/>
              <a:gd name="connsiteY230" fmla="*/ 88118 h 237342"/>
              <a:gd name="connsiteX231" fmla="*/ 118671 w 237342"/>
              <a:gd name="connsiteY231" fmla="*/ 0 h 237342"/>
              <a:gd name="connsiteX232" fmla="*/ 237342 w 237342"/>
              <a:gd name="connsiteY232" fmla="*/ 118671 h 237342"/>
              <a:gd name="connsiteX233" fmla="*/ 118671 w 237342"/>
              <a:gd name="connsiteY233" fmla="*/ 237342 h 237342"/>
              <a:gd name="connsiteX234" fmla="*/ 0 w 237342"/>
              <a:gd name="connsiteY234" fmla="*/ 118671 h 237342"/>
              <a:gd name="connsiteX235" fmla="*/ 118671 w 237342"/>
              <a:gd name="connsiteY235" fmla="*/ 0 h 23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237342" h="237342">
                <a:moveTo>
                  <a:pt x="150734" y="88113"/>
                </a:moveTo>
                <a:lnTo>
                  <a:pt x="150563" y="88118"/>
                </a:lnTo>
                <a:lnTo>
                  <a:pt x="150392" y="88129"/>
                </a:lnTo>
                <a:lnTo>
                  <a:pt x="150221" y="88149"/>
                </a:lnTo>
                <a:lnTo>
                  <a:pt x="150050" y="88175"/>
                </a:lnTo>
                <a:lnTo>
                  <a:pt x="149884" y="88211"/>
                </a:lnTo>
                <a:lnTo>
                  <a:pt x="149719" y="88252"/>
                </a:lnTo>
                <a:lnTo>
                  <a:pt x="149553" y="88298"/>
                </a:lnTo>
                <a:lnTo>
                  <a:pt x="149393" y="88355"/>
                </a:lnTo>
                <a:lnTo>
                  <a:pt x="149233" y="88422"/>
                </a:lnTo>
                <a:lnTo>
                  <a:pt x="149079" y="88499"/>
                </a:lnTo>
                <a:lnTo>
                  <a:pt x="148925" y="88576"/>
                </a:lnTo>
                <a:lnTo>
                  <a:pt x="148770" y="88664"/>
                </a:lnTo>
                <a:lnTo>
                  <a:pt x="148627" y="88757"/>
                </a:lnTo>
                <a:lnTo>
                  <a:pt x="148489" y="88860"/>
                </a:lnTo>
                <a:lnTo>
                  <a:pt x="148351" y="88968"/>
                </a:lnTo>
                <a:lnTo>
                  <a:pt x="148219" y="89091"/>
                </a:lnTo>
                <a:lnTo>
                  <a:pt x="108639" y="126121"/>
                </a:lnTo>
                <a:lnTo>
                  <a:pt x="108501" y="126234"/>
                </a:lnTo>
                <a:lnTo>
                  <a:pt x="108369" y="126342"/>
                </a:lnTo>
                <a:lnTo>
                  <a:pt x="108225" y="126450"/>
                </a:lnTo>
                <a:lnTo>
                  <a:pt x="108082" y="126543"/>
                </a:lnTo>
                <a:lnTo>
                  <a:pt x="107933" y="126630"/>
                </a:lnTo>
                <a:lnTo>
                  <a:pt x="107779" y="126713"/>
                </a:lnTo>
                <a:lnTo>
                  <a:pt x="107619" y="126785"/>
                </a:lnTo>
                <a:lnTo>
                  <a:pt x="107464" y="126847"/>
                </a:lnTo>
                <a:lnTo>
                  <a:pt x="107304" y="126903"/>
                </a:lnTo>
                <a:lnTo>
                  <a:pt x="107133" y="126950"/>
                </a:lnTo>
                <a:lnTo>
                  <a:pt x="106968" y="126991"/>
                </a:lnTo>
                <a:lnTo>
                  <a:pt x="106802" y="127027"/>
                </a:lnTo>
                <a:lnTo>
                  <a:pt x="106637" y="127058"/>
                </a:lnTo>
                <a:lnTo>
                  <a:pt x="106460" y="127078"/>
                </a:lnTo>
                <a:lnTo>
                  <a:pt x="106289" y="127089"/>
                </a:lnTo>
                <a:lnTo>
                  <a:pt x="106124" y="127094"/>
                </a:lnTo>
                <a:lnTo>
                  <a:pt x="105953" y="127089"/>
                </a:lnTo>
                <a:lnTo>
                  <a:pt x="105776" y="127078"/>
                </a:lnTo>
                <a:lnTo>
                  <a:pt x="105611" y="127058"/>
                </a:lnTo>
                <a:lnTo>
                  <a:pt x="105440" y="127027"/>
                </a:lnTo>
                <a:lnTo>
                  <a:pt x="105274" y="126996"/>
                </a:lnTo>
                <a:lnTo>
                  <a:pt x="105103" y="126955"/>
                </a:lnTo>
                <a:lnTo>
                  <a:pt x="104944" y="126903"/>
                </a:lnTo>
                <a:lnTo>
                  <a:pt x="104784" y="126847"/>
                </a:lnTo>
                <a:lnTo>
                  <a:pt x="104624" y="126785"/>
                </a:lnTo>
                <a:lnTo>
                  <a:pt x="104469" y="126713"/>
                </a:lnTo>
                <a:lnTo>
                  <a:pt x="104309" y="126636"/>
                </a:lnTo>
                <a:lnTo>
                  <a:pt x="104160" y="126548"/>
                </a:lnTo>
                <a:lnTo>
                  <a:pt x="104017" y="126455"/>
                </a:lnTo>
                <a:lnTo>
                  <a:pt x="103879" y="126347"/>
                </a:lnTo>
                <a:lnTo>
                  <a:pt x="103741" y="126239"/>
                </a:lnTo>
                <a:lnTo>
                  <a:pt x="103603" y="126126"/>
                </a:lnTo>
                <a:lnTo>
                  <a:pt x="89163" y="112669"/>
                </a:lnTo>
                <a:lnTo>
                  <a:pt x="89026" y="112556"/>
                </a:lnTo>
                <a:lnTo>
                  <a:pt x="88893" y="112448"/>
                </a:lnTo>
                <a:lnTo>
                  <a:pt x="88750" y="112345"/>
                </a:lnTo>
                <a:lnTo>
                  <a:pt x="88606" y="112252"/>
                </a:lnTo>
                <a:lnTo>
                  <a:pt x="88457" y="112159"/>
                </a:lnTo>
                <a:lnTo>
                  <a:pt x="88303" y="112082"/>
                </a:lnTo>
                <a:lnTo>
                  <a:pt x="88143" y="112010"/>
                </a:lnTo>
                <a:lnTo>
                  <a:pt x="87989" y="111948"/>
                </a:lnTo>
                <a:lnTo>
                  <a:pt x="87829" y="111892"/>
                </a:lnTo>
                <a:lnTo>
                  <a:pt x="87658" y="111840"/>
                </a:lnTo>
                <a:lnTo>
                  <a:pt x="87492" y="111799"/>
                </a:lnTo>
                <a:lnTo>
                  <a:pt x="87327" y="111768"/>
                </a:lnTo>
                <a:lnTo>
                  <a:pt x="87156" y="111742"/>
                </a:lnTo>
                <a:lnTo>
                  <a:pt x="86985" y="111722"/>
                </a:lnTo>
                <a:lnTo>
                  <a:pt x="86814" y="111712"/>
                </a:lnTo>
                <a:lnTo>
                  <a:pt x="86643" y="111706"/>
                </a:lnTo>
                <a:lnTo>
                  <a:pt x="86477" y="111712"/>
                </a:lnTo>
                <a:lnTo>
                  <a:pt x="86301" y="111722"/>
                </a:lnTo>
                <a:lnTo>
                  <a:pt x="86130" y="111742"/>
                </a:lnTo>
                <a:lnTo>
                  <a:pt x="85964" y="111768"/>
                </a:lnTo>
                <a:lnTo>
                  <a:pt x="85799" y="111799"/>
                </a:lnTo>
                <a:lnTo>
                  <a:pt x="85628" y="111840"/>
                </a:lnTo>
                <a:lnTo>
                  <a:pt x="85463" y="111892"/>
                </a:lnTo>
                <a:lnTo>
                  <a:pt x="85303" y="111948"/>
                </a:lnTo>
                <a:lnTo>
                  <a:pt x="85143" y="112010"/>
                </a:lnTo>
                <a:lnTo>
                  <a:pt x="84988" y="112082"/>
                </a:lnTo>
                <a:lnTo>
                  <a:pt x="84834" y="112159"/>
                </a:lnTo>
                <a:lnTo>
                  <a:pt x="84685" y="112252"/>
                </a:lnTo>
                <a:lnTo>
                  <a:pt x="84541" y="112345"/>
                </a:lnTo>
                <a:lnTo>
                  <a:pt x="84398" y="112448"/>
                </a:lnTo>
                <a:lnTo>
                  <a:pt x="84255" y="112556"/>
                </a:lnTo>
                <a:lnTo>
                  <a:pt x="84128" y="112674"/>
                </a:lnTo>
                <a:lnTo>
                  <a:pt x="75231" y="120978"/>
                </a:lnTo>
                <a:lnTo>
                  <a:pt x="75104" y="121101"/>
                </a:lnTo>
                <a:lnTo>
                  <a:pt x="74988" y="121225"/>
                </a:lnTo>
                <a:lnTo>
                  <a:pt x="74884" y="121364"/>
                </a:lnTo>
                <a:lnTo>
                  <a:pt x="74779" y="121498"/>
                </a:lnTo>
                <a:lnTo>
                  <a:pt x="74691" y="121637"/>
                </a:lnTo>
                <a:lnTo>
                  <a:pt x="74602" y="121776"/>
                </a:lnTo>
                <a:lnTo>
                  <a:pt x="74520" y="121930"/>
                </a:lnTo>
                <a:lnTo>
                  <a:pt x="74453" y="122074"/>
                </a:lnTo>
                <a:lnTo>
                  <a:pt x="74393" y="122224"/>
                </a:lnTo>
                <a:lnTo>
                  <a:pt x="74338" y="122378"/>
                </a:lnTo>
                <a:lnTo>
                  <a:pt x="74294" y="122538"/>
                </a:lnTo>
                <a:lnTo>
                  <a:pt x="74260" y="122692"/>
                </a:lnTo>
                <a:lnTo>
                  <a:pt x="74233" y="122847"/>
                </a:lnTo>
                <a:lnTo>
                  <a:pt x="74211" y="123006"/>
                </a:lnTo>
                <a:lnTo>
                  <a:pt x="74200" y="123166"/>
                </a:lnTo>
                <a:lnTo>
                  <a:pt x="74194" y="123331"/>
                </a:lnTo>
                <a:lnTo>
                  <a:pt x="74200" y="123485"/>
                </a:lnTo>
                <a:lnTo>
                  <a:pt x="74211" y="123645"/>
                </a:lnTo>
                <a:lnTo>
                  <a:pt x="74227" y="123804"/>
                </a:lnTo>
                <a:lnTo>
                  <a:pt x="74260" y="123964"/>
                </a:lnTo>
                <a:lnTo>
                  <a:pt x="74294" y="124118"/>
                </a:lnTo>
                <a:lnTo>
                  <a:pt x="74338" y="124273"/>
                </a:lnTo>
                <a:lnTo>
                  <a:pt x="74387" y="124427"/>
                </a:lnTo>
                <a:lnTo>
                  <a:pt x="74448" y="124582"/>
                </a:lnTo>
                <a:lnTo>
                  <a:pt x="74520" y="124731"/>
                </a:lnTo>
                <a:lnTo>
                  <a:pt x="74602" y="124875"/>
                </a:lnTo>
                <a:lnTo>
                  <a:pt x="74685" y="125014"/>
                </a:lnTo>
                <a:lnTo>
                  <a:pt x="74779" y="125158"/>
                </a:lnTo>
                <a:lnTo>
                  <a:pt x="74878" y="125297"/>
                </a:lnTo>
                <a:lnTo>
                  <a:pt x="74983" y="125426"/>
                </a:lnTo>
                <a:lnTo>
                  <a:pt x="75099" y="125554"/>
                </a:lnTo>
                <a:lnTo>
                  <a:pt x="75226" y="125678"/>
                </a:lnTo>
                <a:lnTo>
                  <a:pt x="97834" y="146872"/>
                </a:lnTo>
                <a:lnTo>
                  <a:pt x="97966" y="147001"/>
                </a:lnTo>
                <a:lnTo>
                  <a:pt x="98104" y="147119"/>
                </a:lnTo>
                <a:lnTo>
                  <a:pt x="98259" y="147233"/>
                </a:lnTo>
                <a:lnTo>
                  <a:pt x="98408" y="147346"/>
                </a:lnTo>
                <a:lnTo>
                  <a:pt x="98568" y="147459"/>
                </a:lnTo>
                <a:lnTo>
                  <a:pt x="98733" y="147572"/>
                </a:lnTo>
                <a:lnTo>
                  <a:pt x="98909" y="147686"/>
                </a:lnTo>
                <a:lnTo>
                  <a:pt x="99086" y="147789"/>
                </a:lnTo>
                <a:lnTo>
                  <a:pt x="99268" y="147892"/>
                </a:lnTo>
                <a:lnTo>
                  <a:pt x="99456" y="147995"/>
                </a:lnTo>
                <a:lnTo>
                  <a:pt x="99649" y="148092"/>
                </a:lnTo>
                <a:lnTo>
                  <a:pt x="99842" y="148185"/>
                </a:lnTo>
                <a:lnTo>
                  <a:pt x="100040" y="148283"/>
                </a:lnTo>
                <a:lnTo>
                  <a:pt x="100239" y="148370"/>
                </a:lnTo>
                <a:lnTo>
                  <a:pt x="100448" y="148458"/>
                </a:lnTo>
                <a:lnTo>
                  <a:pt x="100647" y="148540"/>
                </a:lnTo>
                <a:lnTo>
                  <a:pt x="100856" y="148618"/>
                </a:lnTo>
                <a:lnTo>
                  <a:pt x="101066" y="148690"/>
                </a:lnTo>
                <a:lnTo>
                  <a:pt x="101276" y="148757"/>
                </a:lnTo>
                <a:lnTo>
                  <a:pt x="101485" y="148823"/>
                </a:lnTo>
                <a:lnTo>
                  <a:pt x="101695" y="148885"/>
                </a:lnTo>
                <a:lnTo>
                  <a:pt x="101904" y="148947"/>
                </a:lnTo>
                <a:lnTo>
                  <a:pt x="102114" y="148998"/>
                </a:lnTo>
                <a:lnTo>
                  <a:pt x="102318" y="149045"/>
                </a:lnTo>
                <a:lnTo>
                  <a:pt x="102528" y="149086"/>
                </a:lnTo>
                <a:lnTo>
                  <a:pt x="102732" y="149122"/>
                </a:lnTo>
                <a:lnTo>
                  <a:pt x="102930" y="149158"/>
                </a:lnTo>
                <a:lnTo>
                  <a:pt x="103134" y="149184"/>
                </a:lnTo>
                <a:lnTo>
                  <a:pt x="103333" y="149204"/>
                </a:lnTo>
                <a:lnTo>
                  <a:pt x="103526" y="149220"/>
                </a:lnTo>
                <a:lnTo>
                  <a:pt x="103714" y="149225"/>
                </a:lnTo>
                <a:lnTo>
                  <a:pt x="103901" y="149230"/>
                </a:lnTo>
                <a:lnTo>
                  <a:pt x="108049" y="149230"/>
                </a:lnTo>
                <a:lnTo>
                  <a:pt x="108231" y="149225"/>
                </a:lnTo>
                <a:lnTo>
                  <a:pt x="108418" y="149220"/>
                </a:lnTo>
                <a:lnTo>
                  <a:pt x="108617" y="149204"/>
                </a:lnTo>
                <a:lnTo>
                  <a:pt x="108815" y="149184"/>
                </a:lnTo>
                <a:lnTo>
                  <a:pt x="109014" y="149158"/>
                </a:lnTo>
                <a:lnTo>
                  <a:pt x="109213" y="149127"/>
                </a:lnTo>
                <a:lnTo>
                  <a:pt x="109422" y="149086"/>
                </a:lnTo>
                <a:lnTo>
                  <a:pt x="109626" y="149045"/>
                </a:lnTo>
                <a:lnTo>
                  <a:pt x="109830" y="148998"/>
                </a:lnTo>
                <a:lnTo>
                  <a:pt x="110045" y="148947"/>
                </a:lnTo>
                <a:lnTo>
                  <a:pt x="110255" y="148885"/>
                </a:lnTo>
                <a:lnTo>
                  <a:pt x="110465" y="148823"/>
                </a:lnTo>
                <a:lnTo>
                  <a:pt x="110669" y="148762"/>
                </a:lnTo>
                <a:lnTo>
                  <a:pt x="110884" y="148690"/>
                </a:lnTo>
                <a:lnTo>
                  <a:pt x="111088" y="148618"/>
                </a:lnTo>
                <a:lnTo>
                  <a:pt x="111297" y="148540"/>
                </a:lnTo>
                <a:lnTo>
                  <a:pt x="111507" y="148458"/>
                </a:lnTo>
                <a:lnTo>
                  <a:pt x="111706" y="148376"/>
                </a:lnTo>
                <a:lnTo>
                  <a:pt x="111904" y="148283"/>
                </a:lnTo>
                <a:lnTo>
                  <a:pt x="112108" y="148190"/>
                </a:lnTo>
                <a:lnTo>
                  <a:pt x="112301" y="148092"/>
                </a:lnTo>
                <a:lnTo>
                  <a:pt x="112489" y="147995"/>
                </a:lnTo>
                <a:lnTo>
                  <a:pt x="112676" y="147897"/>
                </a:lnTo>
                <a:lnTo>
                  <a:pt x="112864" y="147794"/>
                </a:lnTo>
                <a:lnTo>
                  <a:pt x="113040" y="147686"/>
                </a:lnTo>
                <a:lnTo>
                  <a:pt x="113211" y="147572"/>
                </a:lnTo>
                <a:lnTo>
                  <a:pt x="113377" y="147464"/>
                </a:lnTo>
                <a:lnTo>
                  <a:pt x="113542" y="147351"/>
                </a:lnTo>
                <a:lnTo>
                  <a:pt x="113697" y="147238"/>
                </a:lnTo>
                <a:lnTo>
                  <a:pt x="113840" y="147119"/>
                </a:lnTo>
                <a:lnTo>
                  <a:pt x="113984" y="147001"/>
                </a:lnTo>
                <a:lnTo>
                  <a:pt x="114116" y="146877"/>
                </a:lnTo>
                <a:lnTo>
                  <a:pt x="162118" y="101972"/>
                </a:lnTo>
                <a:lnTo>
                  <a:pt x="162245" y="101843"/>
                </a:lnTo>
                <a:lnTo>
                  <a:pt x="162361" y="101714"/>
                </a:lnTo>
                <a:lnTo>
                  <a:pt x="162465" y="101585"/>
                </a:lnTo>
                <a:lnTo>
                  <a:pt x="162570" y="101452"/>
                </a:lnTo>
                <a:lnTo>
                  <a:pt x="162658" y="101313"/>
                </a:lnTo>
                <a:lnTo>
                  <a:pt x="162747" y="101163"/>
                </a:lnTo>
                <a:lnTo>
                  <a:pt x="162824" y="101019"/>
                </a:lnTo>
                <a:lnTo>
                  <a:pt x="162896" y="100870"/>
                </a:lnTo>
                <a:lnTo>
                  <a:pt x="162956" y="100721"/>
                </a:lnTo>
                <a:lnTo>
                  <a:pt x="163006" y="100566"/>
                </a:lnTo>
                <a:lnTo>
                  <a:pt x="163050" y="100412"/>
                </a:lnTo>
                <a:lnTo>
                  <a:pt x="163089" y="100257"/>
                </a:lnTo>
                <a:lnTo>
                  <a:pt x="163116" y="100098"/>
                </a:lnTo>
                <a:lnTo>
                  <a:pt x="163133" y="99938"/>
                </a:lnTo>
                <a:lnTo>
                  <a:pt x="163144" y="99778"/>
                </a:lnTo>
                <a:lnTo>
                  <a:pt x="163149" y="99624"/>
                </a:lnTo>
                <a:lnTo>
                  <a:pt x="163144" y="99464"/>
                </a:lnTo>
                <a:lnTo>
                  <a:pt x="163133" y="99300"/>
                </a:lnTo>
                <a:lnTo>
                  <a:pt x="163111" y="99145"/>
                </a:lnTo>
                <a:lnTo>
                  <a:pt x="163083" y="98986"/>
                </a:lnTo>
                <a:lnTo>
                  <a:pt x="163044" y="98831"/>
                </a:lnTo>
                <a:lnTo>
                  <a:pt x="163000" y="98672"/>
                </a:lnTo>
                <a:lnTo>
                  <a:pt x="162951" y="98522"/>
                </a:lnTo>
                <a:lnTo>
                  <a:pt x="162890" y="98373"/>
                </a:lnTo>
                <a:lnTo>
                  <a:pt x="162818" y="98224"/>
                </a:lnTo>
                <a:lnTo>
                  <a:pt x="162736" y="98074"/>
                </a:lnTo>
                <a:lnTo>
                  <a:pt x="162653" y="97936"/>
                </a:lnTo>
                <a:lnTo>
                  <a:pt x="162559" y="97797"/>
                </a:lnTo>
                <a:lnTo>
                  <a:pt x="162460" y="97663"/>
                </a:lnTo>
                <a:lnTo>
                  <a:pt x="162349" y="97529"/>
                </a:lnTo>
                <a:lnTo>
                  <a:pt x="162234" y="97400"/>
                </a:lnTo>
                <a:lnTo>
                  <a:pt x="162101" y="97277"/>
                </a:lnTo>
                <a:lnTo>
                  <a:pt x="153254" y="89071"/>
                </a:lnTo>
                <a:lnTo>
                  <a:pt x="153122" y="88957"/>
                </a:lnTo>
                <a:lnTo>
                  <a:pt x="152984" y="88849"/>
                </a:lnTo>
                <a:lnTo>
                  <a:pt x="152841" y="88746"/>
                </a:lnTo>
                <a:lnTo>
                  <a:pt x="152697" y="88654"/>
                </a:lnTo>
                <a:lnTo>
                  <a:pt x="152548" y="88566"/>
                </a:lnTo>
                <a:lnTo>
                  <a:pt x="152394" y="88489"/>
                </a:lnTo>
                <a:lnTo>
                  <a:pt x="152234" y="88412"/>
                </a:lnTo>
                <a:lnTo>
                  <a:pt x="152074" y="88350"/>
                </a:lnTo>
                <a:lnTo>
                  <a:pt x="151914" y="88293"/>
                </a:lnTo>
                <a:lnTo>
                  <a:pt x="151754" y="88247"/>
                </a:lnTo>
                <a:lnTo>
                  <a:pt x="151583" y="88206"/>
                </a:lnTo>
                <a:lnTo>
                  <a:pt x="151412" y="88170"/>
                </a:lnTo>
                <a:lnTo>
                  <a:pt x="151247" y="88144"/>
                </a:lnTo>
                <a:lnTo>
                  <a:pt x="151076" y="88129"/>
                </a:lnTo>
                <a:lnTo>
                  <a:pt x="150905" y="88118"/>
                </a:lnTo>
                <a:close/>
                <a:moveTo>
                  <a:pt x="118671" y="0"/>
                </a:moveTo>
                <a:cubicBezTo>
                  <a:pt x="184211" y="0"/>
                  <a:pt x="237342" y="53131"/>
                  <a:pt x="237342" y="118671"/>
                </a:cubicBezTo>
                <a:cubicBezTo>
                  <a:pt x="237342" y="184211"/>
                  <a:pt x="184211" y="237342"/>
                  <a:pt x="118671" y="237342"/>
                </a:cubicBezTo>
                <a:cubicBezTo>
                  <a:pt x="53131" y="237342"/>
                  <a:pt x="0" y="184211"/>
                  <a:pt x="0" y="118671"/>
                </a:cubicBezTo>
                <a:cubicBezTo>
                  <a:pt x="0" y="53131"/>
                  <a:pt x="53131" y="0"/>
                  <a:pt x="118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>
              <a:solidFill>
                <a:schemeClr val="bg1"/>
              </a:solidFill>
              <a:latin typeface="League Spartan" pitchFamily="2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D8E-E16D-D302-BBF0-E2F03B69A11A}"/>
              </a:ext>
            </a:extLst>
          </p:cNvPr>
          <p:cNvSpPr/>
          <p:nvPr/>
        </p:nvSpPr>
        <p:spPr>
          <a:xfrm>
            <a:off x="6889389" y="3345073"/>
            <a:ext cx="1811975" cy="51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bg1"/>
                </a:solidFill>
                <a:latin typeface="League Spartan" pitchFamily="2" charset="77"/>
              </a:rPr>
              <a:t>Item number 1</a:t>
            </a:r>
            <a:endParaRPr lang="en-US" sz="2000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E8E0DA-0D90-F250-7876-FB666868DE6D}"/>
              </a:ext>
            </a:extLst>
          </p:cNvPr>
          <p:cNvSpPr/>
          <p:nvPr/>
        </p:nvSpPr>
        <p:spPr>
          <a:xfrm>
            <a:off x="9295914" y="2500904"/>
            <a:ext cx="2712720" cy="27127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8028642A-43EE-8BA2-7878-ED886B3F7752}"/>
              </a:ext>
            </a:extLst>
          </p:cNvPr>
          <p:cNvSpPr/>
          <p:nvPr/>
        </p:nvSpPr>
        <p:spPr>
          <a:xfrm>
            <a:off x="9692345" y="4209532"/>
            <a:ext cx="237342" cy="237342"/>
          </a:xfrm>
          <a:custGeom>
            <a:avLst/>
            <a:gdLst>
              <a:gd name="connsiteX0" fmla="*/ 150734 w 237342"/>
              <a:gd name="connsiteY0" fmla="*/ 88113 h 237342"/>
              <a:gd name="connsiteX1" fmla="*/ 150563 w 237342"/>
              <a:gd name="connsiteY1" fmla="*/ 88118 h 237342"/>
              <a:gd name="connsiteX2" fmla="*/ 150392 w 237342"/>
              <a:gd name="connsiteY2" fmla="*/ 88129 h 237342"/>
              <a:gd name="connsiteX3" fmla="*/ 150221 w 237342"/>
              <a:gd name="connsiteY3" fmla="*/ 88149 h 237342"/>
              <a:gd name="connsiteX4" fmla="*/ 150050 w 237342"/>
              <a:gd name="connsiteY4" fmla="*/ 88175 h 237342"/>
              <a:gd name="connsiteX5" fmla="*/ 149884 w 237342"/>
              <a:gd name="connsiteY5" fmla="*/ 88211 h 237342"/>
              <a:gd name="connsiteX6" fmla="*/ 149719 w 237342"/>
              <a:gd name="connsiteY6" fmla="*/ 88252 h 237342"/>
              <a:gd name="connsiteX7" fmla="*/ 149553 w 237342"/>
              <a:gd name="connsiteY7" fmla="*/ 88298 h 237342"/>
              <a:gd name="connsiteX8" fmla="*/ 149393 w 237342"/>
              <a:gd name="connsiteY8" fmla="*/ 88355 h 237342"/>
              <a:gd name="connsiteX9" fmla="*/ 149233 w 237342"/>
              <a:gd name="connsiteY9" fmla="*/ 88422 h 237342"/>
              <a:gd name="connsiteX10" fmla="*/ 149079 w 237342"/>
              <a:gd name="connsiteY10" fmla="*/ 88499 h 237342"/>
              <a:gd name="connsiteX11" fmla="*/ 148925 w 237342"/>
              <a:gd name="connsiteY11" fmla="*/ 88576 h 237342"/>
              <a:gd name="connsiteX12" fmla="*/ 148770 w 237342"/>
              <a:gd name="connsiteY12" fmla="*/ 88664 h 237342"/>
              <a:gd name="connsiteX13" fmla="*/ 148627 w 237342"/>
              <a:gd name="connsiteY13" fmla="*/ 88757 h 237342"/>
              <a:gd name="connsiteX14" fmla="*/ 148489 w 237342"/>
              <a:gd name="connsiteY14" fmla="*/ 88860 h 237342"/>
              <a:gd name="connsiteX15" fmla="*/ 148351 w 237342"/>
              <a:gd name="connsiteY15" fmla="*/ 88968 h 237342"/>
              <a:gd name="connsiteX16" fmla="*/ 148219 w 237342"/>
              <a:gd name="connsiteY16" fmla="*/ 89091 h 237342"/>
              <a:gd name="connsiteX17" fmla="*/ 108639 w 237342"/>
              <a:gd name="connsiteY17" fmla="*/ 126121 h 237342"/>
              <a:gd name="connsiteX18" fmla="*/ 108501 w 237342"/>
              <a:gd name="connsiteY18" fmla="*/ 126234 h 237342"/>
              <a:gd name="connsiteX19" fmla="*/ 108369 w 237342"/>
              <a:gd name="connsiteY19" fmla="*/ 126342 h 237342"/>
              <a:gd name="connsiteX20" fmla="*/ 108225 w 237342"/>
              <a:gd name="connsiteY20" fmla="*/ 126450 h 237342"/>
              <a:gd name="connsiteX21" fmla="*/ 108082 w 237342"/>
              <a:gd name="connsiteY21" fmla="*/ 126543 h 237342"/>
              <a:gd name="connsiteX22" fmla="*/ 107933 w 237342"/>
              <a:gd name="connsiteY22" fmla="*/ 126630 h 237342"/>
              <a:gd name="connsiteX23" fmla="*/ 107779 w 237342"/>
              <a:gd name="connsiteY23" fmla="*/ 126713 h 237342"/>
              <a:gd name="connsiteX24" fmla="*/ 107619 w 237342"/>
              <a:gd name="connsiteY24" fmla="*/ 126785 h 237342"/>
              <a:gd name="connsiteX25" fmla="*/ 107464 w 237342"/>
              <a:gd name="connsiteY25" fmla="*/ 126847 h 237342"/>
              <a:gd name="connsiteX26" fmla="*/ 107304 w 237342"/>
              <a:gd name="connsiteY26" fmla="*/ 126903 h 237342"/>
              <a:gd name="connsiteX27" fmla="*/ 107133 w 237342"/>
              <a:gd name="connsiteY27" fmla="*/ 126950 h 237342"/>
              <a:gd name="connsiteX28" fmla="*/ 106968 w 237342"/>
              <a:gd name="connsiteY28" fmla="*/ 126991 h 237342"/>
              <a:gd name="connsiteX29" fmla="*/ 106802 w 237342"/>
              <a:gd name="connsiteY29" fmla="*/ 127027 h 237342"/>
              <a:gd name="connsiteX30" fmla="*/ 106637 w 237342"/>
              <a:gd name="connsiteY30" fmla="*/ 127058 h 237342"/>
              <a:gd name="connsiteX31" fmla="*/ 106460 w 237342"/>
              <a:gd name="connsiteY31" fmla="*/ 127078 h 237342"/>
              <a:gd name="connsiteX32" fmla="*/ 106289 w 237342"/>
              <a:gd name="connsiteY32" fmla="*/ 127089 h 237342"/>
              <a:gd name="connsiteX33" fmla="*/ 106124 w 237342"/>
              <a:gd name="connsiteY33" fmla="*/ 127094 h 237342"/>
              <a:gd name="connsiteX34" fmla="*/ 105953 w 237342"/>
              <a:gd name="connsiteY34" fmla="*/ 127089 h 237342"/>
              <a:gd name="connsiteX35" fmla="*/ 105776 w 237342"/>
              <a:gd name="connsiteY35" fmla="*/ 127078 h 237342"/>
              <a:gd name="connsiteX36" fmla="*/ 105611 w 237342"/>
              <a:gd name="connsiteY36" fmla="*/ 127058 h 237342"/>
              <a:gd name="connsiteX37" fmla="*/ 105440 w 237342"/>
              <a:gd name="connsiteY37" fmla="*/ 127027 h 237342"/>
              <a:gd name="connsiteX38" fmla="*/ 105274 w 237342"/>
              <a:gd name="connsiteY38" fmla="*/ 126996 h 237342"/>
              <a:gd name="connsiteX39" fmla="*/ 105103 w 237342"/>
              <a:gd name="connsiteY39" fmla="*/ 126955 h 237342"/>
              <a:gd name="connsiteX40" fmla="*/ 104944 w 237342"/>
              <a:gd name="connsiteY40" fmla="*/ 126903 h 237342"/>
              <a:gd name="connsiteX41" fmla="*/ 104784 w 237342"/>
              <a:gd name="connsiteY41" fmla="*/ 126847 h 237342"/>
              <a:gd name="connsiteX42" fmla="*/ 104624 w 237342"/>
              <a:gd name="connsiteY42" fmla="*/ 126785 h 237342"/>
              <a:gd name="connsiteX43" fmla="*/ 104469 w 237342"/>
              <a:gd name="connsiteY43" fmla="*/ 126713 h 237342"/>
              <a:gd name="connsiteX44" fmla="*/ 104309 w 237342"/>
              <a:gd name="connsiteY44" fmla="*/ 126636 h 237342"/>
              <a:gd name="connsiteX45" fmla="*/ 104160 w 237342"/>
              <a:gd name="connsiteY45" fmla="*/ 126548 h 237342"/>
              <a:gd name="connsiteX46" fmla="*/ 104017 w 237342"/>
              <a:gd name="connsiteY46" fmla="*/ 126455 h 237342"/>
              <a:gd name="connsiteX47" fmla="*/ 103879 w 237342"/>
              <a:gd name="connsiteY47" fmla="*/ 126347 h 237342"/>
              <a:gd name="connsiteX48" fmla="*/ 103741 w 237342"/>
              <a:gd name="connsiteY48" fmla="*/ 126239 h 237342"/>
              <a:gd name="connsiteX49" fmla="*/ 103603 w 237342"/>
              <a:gd name="connsiteY49" fmla="*/ 126126 h 237342"/>
              <a:gd name="connsiteX50" fmla="*/ 89163 w 237342"/>
              <a:gd name="connsiteY50" fmla="*/ 112669 h 237342"/>
              <a:gd name="connsiteX51" fmla="*/ 89026 w 237342"/>
              <a:gd name="connsiteY51" fmla="*/ 112556 h 237342"/>
              <a:gd name="connsiteX52" fmla="*/ 88893 w 237342"/>
              <a:gd name="connsiteY52" fmla="*/ 112448 h 237342"/>
              <a:gd name="connsiteX53" fmla="*/ 88750 w 237342"/>
              <a:gd name="connsiteY53" fmla="*/ 112345 h 237342"/>
              <a:gd name="connsiteX54" fmla="*/ 88606 w 237342"/>
              <a:gd name="connsiteY54" fmla="*/ 112252 h 237342"/>
              <a:gd name="connsiteX55" fmla="*/ 88457 w 237342"/>
              <a:gd name="connsiteY55" fmla="*/ 112159 h 237342"/>
              <a:gd name="connsiteX56" fmla="*/ 88303 w 237342"/>
              <a:gd name="connsiteY56" fmla="*/ 112082 h 237342"/>
              <a:gd name="connsiteX57" fmla="*/ 88143 w 237342"/>
              <a:gd name="connsiteY57" fmla="*/ 112010 h 237342"/>
              <a:gd name="connsiteX58" fmla="*/ 87989 w 237342"/>
              <a:gd name="connsiteY58" fmla="*/ 111948 h 237342"/>
              <a:gd name="connsiteX59" fmla="*/ 87829 w 237342"/>
              <a:gd name="connsiteY59" fmla="*/ 111892 h 237342"/>
              <a:gd name="connsiteX60" fmla="*/ 87658 w 237342"/>
              <a:gd name="connsiteY60" fmla="*/ 111840 h 237342"/>
              <a:gd name="connsiteX61" fmla="*/ 87492 w 237342"/>
              <a:gd name="connsiteY61" fmla="*/ 111799 h 237342"/>
              <a:gd name="connsiteX62" fmla="*/ 87327 w 237342"/>
              <a:gd name="connsiteY62" fmla="*/ 111768 h 237342"/>
              <a:gd name="connsiteX63" fmla="*/ 87156 w 237342"/>
              <a:gd name="connsiteY63" fmla="*/ 111742 h 237342"/>
              <a:gd name="connsiteX64" fmla="*/ 86985 w 237342"/>
              <a:gd name="connsiteY64" fmla="*/ 111722 h 237342"/>
              <a:gd name="connsiteX65" fmla="*/ 86814 w 237342"/>
              <a:gd name="connsiteY65" fmla="*/ 111712 h 237342"/>
              <a:gd name="connsiteX66" fmla="*/ 86643 w 237342"/>
              <a:gd name="connsiteY66" fmla="*/ 111706 h 237342"/>
              <a:gd name="connsiteX67" fmla="*/ 86477 w 237342"/>
              <a:gd name="connsiteY67" fmla="*/ 111712 h 237342"/>
              <a:gd name="connsiteX68" fmla="*/ 86301 w 237342"/>
              <a:gd name="connsiteY68" fmla="*/ 111722 h 237342"/>
              <a:gd name="connsiteX69" fmla="*/ 86130 w 237342"/>
              <a:gd name="connsiteY69" fmla="*/ 111742 h 237342"/>
              <a:gd name="connsiteX70" fmla="*/ 85964 w 237342"/>
              <a:gd name="connsiteY70" fmla="*/ 111768 h 237342"/>
              <a:gd name="connsiteX71" fmla="*/ 85799 w 237342"/>
              <a:gd name="connsiteY71" fmla="*/ 111799 h 237342"/>
              <a:gd name="connsiteX72" fmla="*/ 85628 w 237342"/>
              <a:gd name="connsiteY72" fmla="*/ 111840 h 237342"/>
              <a:gd name="connsiteX73" fmla="*/ 85463 w 237342"/>
              <a:gd name="connsiteY73" fmla="*/ 111892 h 237342"/>
              <a:gd name="connsiteX74" fmla="*/ 85303 w 237342"/>
              <a:gd name="connsiteY74" fmla="*/ 111948 h 237342"/>
              <a:gd name="connsiteX75" fmla="*/ 85143 w 237342"/>
              <a:gd name="connsiteY75" fmla="*/ 112010 h 237342"/>
              <a:gd name="connsiteX76" fmla="*/ 84988 w 237342"/>
              <a:gd name="connsiteY76" fmla="*/ 112082 h 237342"/>
              <a:gd name="connsiteX77" fmla="*/ 84834 w 237342"/>
              <a:gd name="connsiteY77" fmla="*/ 112159 h 237342"/>
              <a:gd name="connsiteX78" fmla="*/ 84685 w 237342"/>
              <a:gd name="connsiteY78" fmla="*/ 112252 h 237342"/>
              <a:gd name="connsiteX79" fmla="*/ 84541 w 237342"/>
              <a:gd name="connsiteY79" fmla="*/ 112345 h 237342"/>
              <a:gd name="connsiteX80" fmla="*/ 84398 w 237342"/>
              <a:gd name="connsiteY80" fmla="*/ 112448 h 237342"/>
              <a:gd name="connsiteX81" fmla="*/ 84255 w 237342"/>
              <a:gd name="connsiteY81" fmla="*/ 112556 h 237342"/>
              <a:gd name="connsiteX82" fmla="*/ 84128 w 237342"/>
              <a:gd name="connsiteY82" fmla="*/ 112674 h 237342"/>
              <a:gd name="connsiteX83" fmla="*/ 75231 w 237342"/>
              <a:gd name="connsiteY83" fmla="*/ 120978 h 237342"/>
              <a:gd name="connsiteX84" fmla="*/ 75104 w 237342"/>
              <a:gd name="connsiteY84" fmla="*/ 121101 h 237342"/>
              <a:gd name="connsiteX85" fmla="*/ 74988 w 237342"/>
              <a:gd name="connsiteY85" fmla="*/ 121225 h 237342"/>
              <a:gd name="connsiteX86" fmla="*/ 74884 w 237342"/>
              <a:gd name="connsiteY86" fmla="*/ 121364 h 237342"/>
              <a:gd name="connsiteX87" fmla="*/ 74779 w 237342"/>
              <a:gd name="connsiteY87" fmla="*/ 121498 h 237342"/>
              <a:gd name="connsiteX88" fmla="*/ 74691 w 237342"/>
              <a:gd name="connsiteY88" fmla="*/ 121637 h 237342"/>
              <a:gd name="connsiteX89" fmla="*/ 74602 w 237342"/>
              <a:gd name="connsiteY89" fmla="*/ 121776 h 237342"/>
              <a:gd name="connsiteX90" fmla="*/ 74520 w 237342"/>
              <a:gd name="connsiteY90" fmla="*/ 121930 h 237342"/>
              <a:gd name="connsiteX91" fmla="*/ 74453 w 237342"/>
              <a:gd name="connsiteY91" fmla="*/ 122074 h 237342"/>
              <a:gd name="connsiteX92" fmla="*/ 74393 w 237342"/>
              <a:gd name="connsiteY92" fmla="*/ 122224 h 237342"/>
              <a:gd name="connsiteX93" fmla="*/ 74338 w 237342"/>
              <a:gd name="connsiteY93" fmla="*/ 122378 h 237342"/>
              <a:gd name="connsiteX94" fmla="*/ 74294 w 237342"/>
              <a:gd name="connsiteY94" fmla="*/ 122538 h 237342"/>
              <a:gd name="connsiteX95" fmla="*/ 74260 w 237342"/>
              <a:gd name="connsiteY95" fmla="*/ 122692 h 237342"/>
              <a:gd name="connsiteX96" fmla="*/ 74233 w 237342"/>
              <a:gd name="connsiteY96" fmla="*/ 122847 h 237342"/>
              <a:gd name="connsiteX97" fmla="*/ 74211 w 237342"/>
              <a:gd name="connsiteY97" fmla="*/ 123006 h 237342"/>
              <a:gd name="connsiteX98" fmla="*/ 74200 w 237342"/>
              <a:gd name="connsiteY98" fmla="*/ 123166 h 237342"/>
              <a:gd name="connsiteX99" fmla="*/ 74194 w 237342"/>
              <a:gd name="connsiteY99" fmla="*/ 123331 h 237342"/>
              <a:gd name="connsiteX100" fmla="*/ 74200 w 237342"/>
              <a:gd name="connsiteY100" fmla="*/ 123485 h 237342"/>
              <a:gd name="connsiteX101" fmla="*/ 74211 w 237342"/>
              <a:gd name="connsiteY101" fmla="*/ 123645 h 237342"/>
              <a:gd name="connsiteX102" fmla="*/ 74227 w 237342"/>
              <a:gd name="connsiteY102" fmla="*/ 123804 h 237342"/>
              <a:gd name="connsiteX103" fmla="*/ 74260 w 237342"/>
              <a:gd name="connsiteY103" fmla="*/ 123964 h 237342"/>
              <a:gd name="connsiteX104" fmla="*/ 74294 w 237342"/>
              <a:gd name="connsiteY104" fmla="*/ 124118 h 237342"/>
              <a:gd name="connsiteX105" fmla="*/ 74338 w 237342"/>
              <a:gd name="connsiteY105" fmla="*/ 124273 h 237342"/>
              <a:gd name="connsiteX106" fmla="*/ 74387 w 237342"/>
              <a:gd name="connsiteY106" fmla="*/ 124427 h 237342"/>
              <a:gd name="connsiteX107" fmla="*/ 74448 w 237342"/>
              <a:gd name="connsiteY107" fmla="*/ 124582 h 237342"/>
              <a:gd name="connsiteX108" fmla="*/ 74520 w 237342"/>
              <a:gd name="connsiteY108" fmla="*/ 124731 h 237342"/>
              <a:gd name="connsiteX109" fmla="*/ 74602 w 237342"/>
              <a:gd name="connsiteY109" fmla="*/ 124875 h 237342"/>
              <a:gd name="connsiteX110" fmla="*/ 74685 w 237342"/>
              <a:gd name="connsiteY110" fmla="*/ 125014 h 237342"/>
              <a:gd name="connsiteX111" fmla="*/ 74779 w 237342"/>
              <a:gd name="connsiteY111" fmla="*/ 125158 h 237342"/>
              <a:gd name="connsiteX112" fmla="*/ 74878 w 237342"/>
              <a:gd name="connsiteY112" fmla="*/ 125297 h 237342"/>
              <a:gd name="connsiteX113" fmla="*/ 74983 w 237342"/>
              <a:gd name="connsiteY113" fmla="*/ 125426 h 237342"/>
              <a:gd name="connsiteX114" fmla="*/ 75099 w 237342"/>
              <a:gd name="connsiteY114" fmla="*/ 125554 h 237342"/>
              <a:gd name="connsiteX115" fmla="*/ 75226 w 237342"/>
              <a:gd name="connsiteY115" fmla="*/ 125678 h 237342"/>
              <a:gd name="connsiteX116" fmla="*/ 97834 w 237342"/>
              <a:gd name="connsiteY116" fmla="*/ 146872 h 237342"/>
              <a:gd name="connsiteX117" fmla="*/ 97966 w 237342"/>
              <a:gd name="connsiteY117" fmla="*/ 147001 h 237342"/>
              <a:gd name="connsiteX118" fmla="*/ 98104 w 237342"/>
              <a:gd name="connsiteY118" fmla="*/ 147119 h 237342"/>
              <a:gd name="connsiteX119" fmla="*/ 98259 w 237342"/>
              <a:gd name="connsiteY119" fmla="*/ 147233 h 237342"/>
              <a:gd name="connsiteX120" fmla="*/ 98408 w 237342"/>
              <a:gd name="connsiteY120" fmla="*/ 147346 h 237342"/>
              <a:gd name="connsiteX121" fmla="*/ 98568 w 237342"/>
              <a:gd name="connsiteY121" fmla="*/ 147459 h 237342"/>
              <a:gd name="connsiteX122" fmla="*/ 98733 w 237342"/>
              <a:gd name="connsiteY122" fmla="*/ 147572 h 237342"/>
              <a:gd name="connsiteX123" fmla="*/ 98909 w 237342"/>
              <a:gd name="connsiteY123" fmla="*/ 147686 h 237342"/>
              <a:gd name="connsiteX124" fmla="*/ 99086 w 237342"/>
              <a:gd name="connsiteY124" fmla="*/ 147789 h 237342"/>
              <a:gd name="connsiteX125" fmla="*/ 99268 w 237342"/>
              <a:gd name="connsiteY125" fmla="*/ 147892 h 237342"/>
              <a:gd name="connsiteX126" fmla="*/ 99456 w 237342"/>
              <a:gd name="connsiteY126" fmla="*/ 147995 h 237342"/>
              <a:gd name="connsiteX127" fmla="*/ 99649 w 237342"/>
              <a:gd name="connsiteY127" fmla="*/ 148092 h 237342"/>
              <a:gd name="connsiteX128" fmla="*/ 99842 w 237342"/>
              <a:gd name="connsiteY128" fmla="*/ 148185 h 237342"/>
              <a:gd name="connsiteX129" fmla="*/ 100040 w 237342"/>
              <a:gd name="connsiteY129" fmla="*/ 148283 h 237342"/>
              <a:gd name="connsiteX130" fmla="*/ 100239 w 237342"/>
              <a:gd name="connsiteY130" fmla="*/ 148370 h 237342"/>
              <a:gd name="connsiteX131" fmla="*/ 100448 w 237342"/>
              <a:gd name="connsiteY131" fmla="*/ 148458 h 237342"/>
              <a:gd name="connsiteX132" fmla="*/ 100647 w 237342"/>
              <a:gd name="connsiteY132" fmla="*/ 148540 h 237342"/>
              <a:gd name="connsiteX133" fmla="*/ 100856 w 237342"/>
              <a:gd name="connsiteY133" fmla="*/ 148618 h 237342"/>
              <a:gd name="connsiteX134" fmla="*/ 101066 w 237342"/>
              <a:gd name="connsiteY134" fmla="*/ 148690 h 237342"/>
              <a:gd name="connsiteX135" fmla="*/ 101276 w 237342"/>
              <a:gd name="connsiteY135" fmla="*/ 148757 h 237342"/>
              <a:gd name="connsiteX136" fmla="*/ 101485 w 237342"/>
              <a:gd name="connsiteY136" fmla="*/ 148823 h 237342"/>
              <a:gd name="connsiteX137" fmla="*/ 101695 w 237342"/>
              <a:gd name="connsiteY137" fmla="*/ 148885 h 237342"/>
              <a:gd name="connsiteX138" fmla="*/ 101904 w 237342"/>
              <a:gd name="connsiteY138" fmla="*/ 148947 h 237342"/>
              <a:gd name="connsiteX139" fmla="*/ 102114 w 237342"/>
              <a:gd name="connsiteY139" fmla="*/ 148998 h 237342"/>
              <a:gd name="connsiteX140" fmla="*/ 102318 w 237342"/>
              <a:gd name="connsiteY140" fmla="*/ 149045 h 237342"/>
              <a:gd name="connsiteX141" fmla="*/ 102528 w 237342"/>
              <a:gd name="connsiteY141" fmla="*/ 149086 h 237342"/>
              <a:gd name="connsiteX142" fmla="*/ 102732 w 237342"/>
              <a:gd name="connsiteY142" fmla="*/ 149122 h 237342"/>
              <a:gd name="connsiteX143" fmla="*/ 102930 w 237342"/>
              <a:gd name="connsiteY143" fmla="*/ 149158 h 237342"/>
              <a:gd name="connsiteX144" fmla="*/ 103134 w 237342"/>
              <a:gd name="connsiteY144" fmla="*/ 149184 h 237342"/>
              <a:gd name="connsiteX145" fmla="*/ 103333 w 237342"/>
              <a:gd name="connsiteY145" fmla="*/ 149204 h 237342"/>
              <a:gd name="connsiteX146" fmla="*/ 103526 w 237342"/>
              <a:gd name="connsiteY146" fmla="*/ 149220 h 237342"/>
              <a:gd name="connsiteX147" fmla="*/ 103714 w 237342"/>
              <a:gd name="connsiteY147" fmla="*/ 149225 h 237342"/>
              <a:gd name="connsiteX148" fmla="*/ 103901 w 237342"/>
              <a:gd name="connsiteY148" fmla="*/ 149230 h 237342"/>
              <a:gd name="connsiteX149" fmla="*/ 108049 w 237342"/>
              <a:gd name="connsiteY149" fmla="*/ 149230 h 237342"/>
              <a:gd name="connsiteX150" fmla="*/ 108231 w 237342"/>
              <a:gd name="connsiteY150" fmla="*/ 149225 h 237342"/>
              <a:gd name="connsiteX151" fmla="*/ 108418 w 237342"/>
              <a:gd name="connsiteY151" fmla="*/ 149220 h 237342"/>
              <a:gd name="connsiteX152" fmla="*/ 108617 w 237342"/>
              <a:gd name="connsiteY152" fmla="*/ 149204 h 237342"/>
              <a:gd name="connsiteX153" fmla="*/ 108815 w 237342"/>
              <a:gd name="connsiteY153" fmla="*/ 149184 h 237342"/>
              <a:gd name="connsiteX154" fmla="*/ 109014 w 237342"/>
              <a:gd name="connsiteY154" fmla="*/ 149158 h 237342"/>
              <a:gd name="connsiteX155" fmla="*/ 109213 w 237342"/>
              <a:gd name="connsiteY155" fmla="*/ 149127 h 237342"/>
              <a:gd name="connsiteX156" fmla="*/ 109422 w 237342"/>
              <a:gd name="connsiteY156" fmla="*/ 149086 h 237342"/>
              <a:gd name="connsiteX157" fmla="*/ 109626 w 237342"/>
              <a:gd name="connsiteY157" fmla="*/ 149045 h 237342"/>
              <a:gd name="connsiteX158" fmla="*/ 109830 w 237342"/>
              <a:gd name="connsiteY158" fmla="*/ 148998 h 237342"/>
              <a:gd name="connsiteX159" fmla="*/ 110045 w 237342"/>
              <a:gd name="connsiteY159" fmla="*/ 148947 h 237342"/>
              <a:gd name="connsiteX160" fmla="*/ 110255 w 237342"/>
              <a:gd name="connsiteY160" fmla="*/ 148885 h 237342"/>
              <a:gd name="connsiteX161" fmla="*/ 110465 w 237342"/>
              <a:gd name="connsiteY161" fmla="*/ 148823 h 237342"/>
              <a:gd name="connsiteX162" fmla="*/ 110669 w 237342"/>
              <a:gd name="connsiteY162" fmla="*/ 148762 h 237342"/>
              <a:gd name="connsiteX163" fmla="*/ 110884 w 237342"/>
              <a:gd name="connsiteY163" fmla="*/ 148690 h 237342"/>
              <a:gd name="connsiteX164" fmla="*/ 111088 w 237342"/>
              <a:gd name="connsiteY164" fmla="*/ 148618 h 237342"/>
              <a:gd name="connsiteX165" fmla="*/ 111297 w 237342"/>
              <a:gd name="connsiteY165" fmla="*/ 148540 h 237342"/>
              <a:gd name="connsiteX166" fmla="*/ 111507 w 237342"/>
              <a:gd name="connsiteY166" fmla="*/ 148458 h 237342"/>
              <a:gd name="connsiteX167" fmla="*/ 111706 w 237342"/>
              <a:gd name="connsiteY167" fmla="*/ 148376 h 237342"/>
              <a:gd name="connsiteX168" fmla="*/ 111904 w 237342"/>
              <a:gd name="connsiteY168" fmla="*/ 148283 h 237342"/>
              <a:gd name="connsiteX169" fmla="*/ 112108 w 237342"/>
              <a:gd name="connsiteY169" fmla="*/ 148190 h 237342"/>
              <a:gd name="connsiteX170" fmla="*/ 112301 w 237342"/>
              <a:gd name="connsiteY170" fmla="*/ 148092 h 237342"/>
              <a:gd name="connsiteX171" fmla="*/ 112489 w 237342"/>
              <a:gd name="connsiteY171" fmla="*/ 147995 h 237342"/>
              <a:gd name="connsiteX172" fmla="*/ 112676 w 237342"/>
              <a:gd name="connsiteY172" fmla="*/ 147897 h 237342"/>
              <a:gd name="connsiteX173" fmla="*/ 112864 w 237342"/>
              <a:gd name="connsiteY173" fmla="*/ 147794 h 237342"/>
              <a:gd name="connsiteX174" fmla="*/ 113040 w 237342"/>
              <a:gd name="connsiteY174" fmla="*/ 147686 h 237342"/>
              <a:gd name="connsiteX175" fmla="*/ 113211 w 237342"/>
              <a:gd name="connsiteY175" fmla="*/ 147572 h 237342"/>
              <a:gd name="connsiteX176" fmla="*/ 113377 w 237342"/>
              <a:gd name="connsiteY176" fmla="*/ 147464 h 237342"/>
              <a:gd name="connsiteX177" fmla="*/ 113542 w 237342"/>
              <a:gd name="connsiteY177" fmla="*/ 147351 h 237342"/>
              <a:gd name="connsiteX178" fmla="*/ 113697 w 237342"/>
              <a:gd name="connsiteY178" fmla="*/ 147238 h 237342"/>
              <a:gd name="connsiteX179" fmla="*/ 113840 w 237342"/>
              <a:gd name="connsiteY179" fmla="*/ 147119 h 237342"/>
              <a:gd name="connsiteX180" fmla="*/ 113984 w 237342"/>
              <a:gd name="connsiteY180" fmla="*/ 147001 h 237342"/>
              <a:gd name="connsiteX181" fmla="*/ 114116 w 237342"/>
              <a:gd name="connsiteY181" fmla="*/ 146877 h 237342"/>
              <a:gd name="connsiteX182" fmla="*/ 162118 w 237342"/>
              <a:gd name="connsiteY182" fmla="*/ 101972 h 237342"/>
              <a:gd name="connsiteX183" fmla="*/ 162245 w 237342"/>
              <a:gd name="connsiteY183" fmla="*/ 101843 h 237342"/>
              <a:gd name="connsiteX184" fmla="*/ 162361 w 237342"/>
              <a:gd name="connsiteY184" fmla="*/ 101714 h 237342"/>
              <a:gd name="connsiteX185" fmla="*/ 162465 w 237342"/>
              <a:gd name="connsiteY185" fmla="*/ 101585 h 237342"/>
              <a:gd name="connsiteX186" fmla="*/ 162570 w 237342"/>
              <a:gd name="connsiteY186" fmla="*/ 101452 h 237342"/>
              <a:gd name="connsiteX187" fmla="*/ 162658 w 237342"/>
              <a:gd name="connsiteY187" fmla="*/ 101313 h 237342"/>
              <a:gd name="connsiteX188" fmla="*/ 162747 w 237342"/>
              <a:gd name="connsiteY188" fmla="*/ 101163 h 237342"/>
              <a:gd name="connsiteX189" fmla="*/ 162824 w 237342"/>
              <a:gd name="connsiteY189" fmla="*/ 101019 h 237342"/>
              <a:gd name="connsiteX190" fmla="*/ 162896 w 237342"/>
              <a:gd name="connsiteY190" fmla="*/ 100870 h 237342"/>
              <a:gd name="connsiteX191" fmla="*/ 162956 w 237342"/>
              <a:gd name="connsiteY191" fmla="*/ 100721 h 237342"/>
              <a:gd name="connsiteX192" fmla="*/ 163006 w 237342"/>
              <a:gd name="connsiteY192" fmla="*/ 100566 h 237342"/>
              <a:gd name="connsiteX193" fmla="*/ 163050 w 237342"/>
              <a:gd name="connsiteY193" fmla="*/ 100412 h 237342"/>
              <a:gd name="connsiteX194" fmla="*/ 163089 w 237342"/>
              <a:gd name="connsiteY194" fmla="*/ 100257 h 237342"/>
              <a:gd name="connsiteX195" fmla="*/ 163116 w 237342"/>
              <a:gd name="connsiteY195" fmla="*/ 100098 h 237342"/>
              <a:gd name="connsiteX196" fmla="*/ 163133 w 237342"/>
              <a:gd name="connsiteY196" fmla="*/ 99938 h 237342"/>
              <a:gd name="connsiteX197" fmla="*/ 163144 w 237342"/>
              <a:gd name="connsiteY197" fmla="*/ 99778 h 237342"/>
              <a:gd name="connsiteX198" fmla="*/ 163149 w 237342"/>
              <a:gd name="connsiteY198" fmla="*/ 99624 h 237342"/>
              <a:gd name="connsiteX199" fmla="*/ 163144 w 237342"/>
              <a:gd name="connsiteY199" fmla="*/ 99464 h 237342"/>
              <a:gd name="connsiteX200" fmla="*/ 163133 w 237342"/>
              <a:gd name="connsiteY200" fmla="*/ 99300 h 237342"/>
              <a:gd name="connsiteX201" fmla="*/ 163111 w 237342"/>
              <a:gd name="connsiteY201" fmla="*/ 99145 h 237342"/>
              <a:gd name="connsiteX202" fmla="*/ 163083 w 237342"/>
              <a:gd name="connsiteY202" fmla="*/ 98986 h 237342"/>
              <a:gd name="connsiteX203" fmla="*/ 163044 w 237342"/>
              <a:gd name="connsiteY203" fmla="*/ 98831 h 237342"/>
              <a:gd name="connsiteX204" fmla="*/ 163000 w 237342"/>
              <a:gd name="connsiteY204" fmla="*/ 98672 h 237342"/>
              <a:gd name="connsiteX205" fmla="*/ 162951 w 237342"/>
              <a:gd name="connsiteY205" fmla="*/ 98522 h 237342"/>
              <a:gd name="connsiteX206" fmla="*/ 162890 w 237342"/>
              <a:gd name="connsiteY206" fmla="*/ 98373 h 237342"/>
              <a:gd name="connsiteX207" fmla="*/ 162818 w 237342"/>
              <a:gd name="connsiteY207" fmla="*/ 98224 h 237342"/>
              <a:gd name="connsiteX208" fmla="*/ 162736 w 237342"/>
              <a:gd name="connsiteY208" fmla="*/ 98074 h 237342"/>
              <a:gd name="connsiteX209" fmla="*/ 162653 w 237342"/>
              <a:gd name="connsiteY209" fmla="*/ 97936 h 237342"/>
              <a:gd name="connsiteX210" fmla="*/ 162559 w 237342"/>
              <a:gd name="connsiteY210" fmla="*/ 97797 h 237342"/>
              <a:gd name="connsiteX211" fmla="*/ 162460 w 237342"/>
              <a:gd name="connsiteY211" fmla="*/ 97663 h 237342"/>
              <a:gd name="connsiteX212" fmla="*/ 162349 w 237342"/>
              <a:gd name="connsiteY212" fmla="*/ 97529 h 237342"/>
              <a:gd name="connsiteX213" fmla="*/ 162234 w 237342"/>
              <a:gd name="connsiteY213" fmla="*/ 97400 h 237342"/>
              <a:gd name="connsiteX214" fmla="*/ 162101 w 237342"/>
              <a:gd name="connsiteY214" fmla="*/ 97277 h 237342"/>
              <a:gd name="connsiteX215" fmla="*/ 153254 w 237342"/>
              <a:gd name="connsiteY215" fmla="*/ 89071 h 237342"/>
              <a:gd name="connsiteX216" fmla="*/ 153122 w 237342"/>
              <a:gd name="connsiteY216" fmla="*/ 88957 h 237342"/>
              <a:gd name="connsiteX217" fmla="*/ 152984 w 237342"/>
              <a:gd name="connsiteY217" fmla="*/ 88849 h 237342"/>
              <a:gd name="connsiteX218" fmla="*/ 152841 w 237342"/>
              <a:gd name="connsiteY218" fmla="*/ 88746 h 237342"/>
              <a:gd name="connsiteX219" fmla="*/ 152697 w 237342"/>
              <a:gd name="connsiteY219" fmla="*/ 88654 h 237342"/>
              <a:gd name="connsiteX220" fmla="*/ 152548 w 237342"/>
              <a:gd name="connsiteY220" fmla="*/ 88566 h 237342"/>
              <a:gd name="connsiteX221" fmla="*/ 152394 w 237342"/>
              <a:gd name="connsiteY221" fmla="*/ 88489 h 237342"/>
              <a:gd name="connsiteX222" fmla="*/ 152234 w 237342"/>
              <a:gd name="connsiteY222" fmla="*/ 88412 h 237342"/>
              <a:gd name="connsiteX223" fmla="*/ 152074 w 237342"/>
              <a:gd name="connsiteY223" fmla="*/ 88350 h 237342"/>
              <a:gd name="connsiteX224" fmla="*/ 151914 w 237342"/>
              <a:gd name="connsiteY224" fmla="*/ 88293 h 237342"/>
              <a:gd name="connsiteX225" fmla="*/ 151754 w 237342"/>
              <a:gd name="connsiteY225" fmla="*/ 88247 h 237342"/>
              <a:gd name="connsiteX226" fmla="*/ 151583 w 237342"/>
              <a:gd name="connsiteY226" fmla="*/ 88206 h 237342"/>
              <a:gd name="connsiteX227" fmla="*/ 151412 w 237342"/>
              <a:gd name="connsiteY227" fmla="*/ 88170 h 237342"/>
              <a:gd name="connsiteX228" fmla="*/ 151247 w 237342"/>
              <a:gd name="connsiteY228" fmla="*/ 88144 h 237342"/>
              <a:gd name="connsiteX229" fmla="*/ 151076 w 237342"/>
              <a:gd name="connsiteY229" fmla="*/ 88129 h 237342"/>
              <a:gd name="connsiteX230" fmla="*/ 150905 w 237342"/>
              <a:gd name="connsiteY230" fmla="*/ 88118 h 237342"/>
              <a:gd name="connsiteX231" fmla="*/ 118671 w 237342"/>
              <a:gd name="connsiteY231" fmla="*/ 0 h 237342"/>
              <a:gd name="connsiteX232" fmla="*/ 237342 w 237342"/>
              <a:gd name="connsiteY232" fmla="*/ 118671 h 237342"/>
              <a:gd name="connsiteX233" fmla="*/ 118671 w 237342"/>
              <a:gd name="connsiteY233" fmla="*/ 237342 h 237342"/>
              <a:gd name="connsiteX234" fmla="*/ 0 w 237342"/>
              <a:gd name="connsiteY234" fmla="*/ 118671 h 237342"/>
              <a:gd name="connsiteX235" fmla="*/ 118671 w 237342"/>
              <a:gd name="connsiteY235" fmla="*/ 0 h 23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237342" h="237342">
                <a:moveTo>
                  <a:pt x="150734" y="88113"/>
                </a:moveTo>
                <a:lnTo>
                  <a:pt x="150563" y="88118"/>
                </a:lnTo>
                <a:lnTo>
                  <a:pt x="150392" y="88129"/>
                </a:lnTo>
                <a:lnTo>
                  <a:pt x="150221" y="88149"/>
                </a:lnTo>
                <a:lnTo>
                  <a:pt x="150050" y="88175"/>
                </a:lnTo>
                <a:lnTo>
                  <a:pt x="149884" y="88211"/>
                </a:lnTo>
                <a:lnTo>
                  <a:pt x="149719" y="88252"/>
                </a:lnTo>
                <a:lnTo>
                  <a:pt x="149553" y="88298"/>
                </a:lnTo>
                <a:lnTo>
                  <a:pt x="149393" y="88355"/>
                </a:lnTo>
                <a:lnTo>
                  <a:pt x="149233" y="88422"/>
                </a:lnTo>
                <a:lnTo>
                  <a:pt x="149079" y="88499"/>
                </a:lnTo>
                <a:lnTo>
                  <a:pt x="148925" y="88576"/>
                </a:lnTo>
                <a:lnTo>
                  <a:pt x="148770" y="88664"/>
                </a:lnTo>
                <a:lnTo>
                  <a:pt x="148627" y="88757"/>
                </a:lnTo>
                <a:lnTo>
                  <a:pt x="148489" y="88860"/>
                </a:lnTo>
                <a:lnTo>
                  <a:pt x="148351" y="88968"/>
                </a:lnTo>
                <a:lnTo>
                  <a:pt x="148219" y="89091"/>
                </a:lnTo>
                <a:lnTo>
                  <a:pt x="108639" y="126121"/>
                </a:lnTo>
                <a:lnTo>
                  <a:pt x="108501" y="126234"/>
                </a:lnTo>
                <a:lnTo>
                  <a:pt x="108369" y="126342"/>
                </a:lnTo>
                <a:lnTo>
                  <a:pt x="108225" y="126450"/>
                </a:lnTo>
                <a:lnTo>
                  <a:pt x="108082" y="126543"/>
                </a:lnTo>
                <a:lnTo>
                  <a:pt x="107933" y="126630"/>
                </a:lnTo>
                <a:lnTo>
                  <a:pt x="107779" y="126713"/>
                </a:lnTo>
                <a:lnTo>
                  <a:pt x="107619" y="126785"/>
                </a:lnTo>
                <a:lnTo>
                  <a:pt x="107464" y="126847"/>
                </a:lnTo>
                <a:lnTo>
                  <a:pt x="107304" y="126903"/>
                </a:lnTo>
                <a:lnTo>
                  <a:pt x="107133" y="126950"/>
                </a:lnTo>
                <a:lnTo>
                  <a:pt x="106968" y="126991"/>
                </a:lnTo>
                <a:lnTo>
                  <a:pt x="106802" y="127027"/>
                </a:lnTo>
                <a:lnTo>
                  <a:pt x="106637" y="127058"/>
                </a:lnTo>
                <a:lnTo>
                  <a:pt x="106460" y="127078"/>
                </a:lnTo>
                <a:lnTo>
                  <a:pt x="106289" y="127089"/>
                </a:lnTo>
                <a:lnTo>
                  <a:pt x="106124" y="127094"/>
                </a:lnTo>
                <a:lnTo>
                  <a:pt x="105953" y="127089"/>
                </a:lnTo>
                <a:lnTo>
                  <a:pt x="105776" y="127078"/>
                </a:lnTo>
                <a:lnTo>
                  <a:pt x="105611" y="127058"/>
                </a:lnTo>
                <a:lnTo>
                  <a:pt x="105440" y="127027"/>
                </a:lnTo>
                <a:lnTo>
                  <a:pt x="105274" y="126996"/>
                </a:lnTo>
                <a:lnTo>
                  <a:pt x="105103" y="126955"/>
                </a:lnTo>
                <a:lnTo>
                  <a:pt x="104944" y="126903"/>
                </a:lnTo>
                <a:lnTo>
                  <a:pt x="104784" y="126847"/>
                </a:lnTo>
                <a:lnTo>
                  <a:pt x="104624" y="126785"/>
                </a:lnTo>
                <a:lnTo>
                  <a:pt x="104469" y="126713"/>
                </a:lnTo>
                <a:lnTo>
                  <a:pt x="104309" y="126636"/>
                </a:lnTo>
                <a:lnTo>
                  <a:pt x="104160" y="126548"/>
                </a:lnTo>
                <a:lnTo>
                  <a:pt x="104017" y="126455"/>
                </a:lnTo>
                <a:lnTo>
                  <a:pt x="103879" y="126347"/>
                </a:lnTo>
                <a:lnTo>
                  <a:pt x="103741" y="126239"/>
                </a:lnTo>
                <a:lnTo>
                  <a:pt x="103603" y="126126"/>
                </a:lnTo>
                <a:lnTo>
                  <a:pt x="89163" y="112669"/>
                </a:lnTo>
                <a:lnTo>
                  <a:pt x="89026" y="112556"/>
                </a:lnTo>
                <a:lnTo>
                  <a:pt x="88893" y="112448"/>
                </a:lnTo>
                <a:lnTo>
                  <a:pt x="88750" y="112345"/>
                </a:lnTo>
                <a:lnTo>
                  <a:pt x="88606" y="112252"/>
                </a:lnTo>
                <a:lnTo>
                  <a:pt x="88457" y="112159"/>
                </a:lnTo>
                <a:lnTo>
                  <a:pt x="88303" y="112082"/>
                </a:lnTo>
                <a:lnTo>
                  <a:pt x="88143" y="112010"/>
                </a:lnTo>
                <a:lnTo>
                  <a:pt x="87989" y="111948"/>
                </a:lnTo>
                <a:lnTo>
                  <a:pt x="87829" y="111892"/>
                </a:lnTo>
                <a:lnTo>
                  <a:pt x="87658" y="111840"/>
                </a:lnTo>
                <a:lnTo>
                  <a:pt x="87492" y="111799"/>
                </a:lnTo>
                <a:lnTo>
                  <a:pt x="87327" y="111768"/>
                </a:lnTo>
                <a:lnTo>
                  <a:pt x="87156" y="111742"/>
                </a:lnTo>
                <a:lnTo>
                  <a:pt x="86985" y="111722"/>
                </a:lnTo>
                <a:lnTo>
                  <a:pt x="86814" y="111712"/>
                </a:lnTo>
                <a:lnTo>
                  <a:pt x="86643" y="111706"/>
                </a:lnTo>
                <a:lnTo>
                  <a:pt x="86477" y="111712"/>
                </a:lnTo>
                <a:lnTo>
                  <a:pt x="86301" y="111722"/>
                </a:lnTo>
                <a:lnTo>
                  <a:pt x="86130" y="111742"/>
                </a:lnTo>
                <a:lnTo>
                  <a:pt x="85964" y="111768"/>
                </a:lnTo>
                <a:lnTo>
                  <a:pt x="85799" y="111799"/>
                </a:lnTo>
                <a:lnTo>
                  <a:pt x="85628" y="111840"/>
                </a:lnTo>
                <a:lnTo>
                  <a:pt x="85463" y="111892"/>
                </a:lnTo>
                <a:lnTo>
                  <a:pt x="85303" y="111948"/>
                </a:lnTo>
                <a:lnTo>
                  <a:pt x="85143" y="112010"/>
                </a:lnTo>
                <a:lnTo>
                  <a:pt x="84988" y="112082"/>
                </a:lnTo>
                <a:lnTo>
                  <a:pt x="84834" y="112159"/>
                </a:lnTo>
                <a:lnTo>
                  <a:pt x="84685" y="112252"/>
                </a:lnTo>
                <a:lnTo>
                  <a:pt x="84541" y="112345"/>
                </a:lnTo>
                <a:lnTo>
                  <a:pt x="84398" y="112448"/>
                </a:lnTo>
                <a:lnTo>
                  <a:pt x="84255" y="112556"/>
                </a:lnTo>
                <a:lnTo>
                  <a:pt x="84128" y="112674"/>
                </a:lnTo>
                <a:lnTo>
                  <a:pt x="75231" y="120978"/>
                </a:lnTo>
                <a:lnTo>
                  <a:pt x="75104" y="121101"/>
                </a:lnTo>
                <a:lnTo>
                  <a:pt x="74988" y="121225"/>
                </a:lnTo>
                <a:lnTo>
                  <a:pt x="74884" y="121364"/>
                </a:lnTo>
                <a:lnTo>
                  <a:pt x="74779" y="121498"/>
                </a:lnTo>
                <a:lnTo>
                  <a:pt x="74691" y="121637"/>
                </a:lnTo>
                <a:lnTo>
                  <a:pt x="74602" y="121776"/>
                </a:lnTo>
                <a:lnTo>
                  <a:pt x="74520" y="121930"/>
                </a:lnTo>
                <a:lnTo>
                  <a:pt x="74453" y="122074"/>
                </a:lnTo>
                <a:lnTo>
                  <a:pt x="74393" y="122224"/>
                </a:lnTo>
                <a:lnTo>
                  <a:pt x="74338" y="122378"/>
                </a:lnTo>
                <a:lnTo>
                  <a:pt x="74294" y="122538"/>
                </a:lnTo>
                <a:lnTo>
                  <a:pt x="74260" y="122692"/>
                </a:lnTo>
                <a:lnTo>
                  <a:pt x="74233" y="122847"/>
                </a:lnTo>
                <a:lnTo>
                  <a:pt x="74211" y="123006"/>
                </a:lnTo>
                <a:lnTo>
                  <a:pt x="74200" y="123166"/>
                </a:lnTo>
                <a:lnTo>
                  <a:pt x="74194" y="123331"/>
                </a:lnTo>
                <a:lnTo>
                  <a:pt x="74200" y="123485"/>
                </a:lnTo>
                <a:lnTo>
                  <a:pt x="74211" y="123645"/>
                </a:lnTo>
                <a:lnTo>
                  <a:pt x="74227" y="123804"/>
                </a:lnTo>
                <a:lnTo>
                  <a:pt x="74260" y="123964"/>
                </a:lnTo>
                <a:lnTo>
                  <a:pt x="74294" y="124118"/>
                </a:lnTo>
                <a:lnTo>
                  <a:pt x="74338" y="124273"/>
                </a:lnTo>
                <a:lnTo>
                  <a:pt x="74387" y="124427"/>
                </a:lnTo>
                <a:lnTo>
                  <a:pt x="74448" y="124582"/>
                </a:lnTo>
                <a:lnTo>
                  <a:pt x="74520" y="124731"/>
                </a:lnTo>
                <a:lnTo>
                  <a:pt x="74602" y="124875"/>
                </a:lnTo>
                <a:lnTo>
                  <a:pt x="74685" y="125014"/>
                </a:lnTo>
                <a:lnTo>
                  <a:pt x="74779" y="125158"/>
                </a:lnTo>
                <a:lnTo>
                  <a:pt x="74878" y="125297"/>
                </a:lnTo>
                <a:lnTo>
                  <a:pt x="74983" y="125426"/>
                </a:lnTo>
                <a:lnTo>
                  <a:pt x="75099" y="125554"/>
                </a:lnTo>
                <a:lnTo>
                  <a:pt x="75226" y="125678"/>
                </a:lnTo>
                <a:lnTo>
                  <a:pt x="97834" y="146872"/>
                </a:lnTo>
                <a:lnTo>
                  <a:pt x="97966" y="147001"/>
                </a:lnTo>
                <a:lnTo>
                  <a:pt x="98104" y="147119"/>
                </a:lnTo>
                <a:lnTo>
                  <a:pt x="98259" y="147233"/>
                </a:lnTo>
                <a:lnTo>
                  <a:pt x="98408" y="147346"/>
                </a:lnTo>
                <a:lnTo>
                  <a:pt x="98568" y="147459"/>
                </a:lnTo>
                <a:lnTo>
                  <a:pt x="98733" y="147572"/>
                </a:lnTo>
                <a:lnTo>
                  <a:pt x="98909" y="147686"/>
                </a:lnTo>
                <a:lnTo>
                  <a:pt x="99086" y="147789"/>
                </a:lnTo>
                <a:lnTo>
                  <a:pt x="99268" y="147892"/>
                </a:lnTo>
                <a:lnTo>
                  <a:pt x="99456" y="147995"/>
                </a:lnTo>
                <a:lnTo>
                  <a:pt x="99649" y="148092"/>
                </a:lnTo>
                <a:lnTo>
                  <a:pt x="99842" y="148185"/>
                </a:lnTo>
                <a:lnTo>
                  <a:pt x="100040" y="148283"/>
                </a:lnTo>
                <a:lnTo>
                  <a:pt x="100239" y="148370"/>
                </a:lnTo>
                <a:lnTo>
                  <a:pt x="100448" y="148458"/>
                </a:lnTo>
                <a:lnTo>
                  <a:pt x="100647" y="148540"/>
                </a:lnTo>
                <a:lnTo>
                  <a:pt x="100856" y="148618"/>
                </a:lnTo>
                <a:lnTo>
                  <a:pt x="101066" y="148690"/>
                </a:lnTo>
                <a:lnTo>
                  <a:pt x="101276" y="148757"/>
                </a:lnTo>
                <a:lnTo>
                  <a:pt x="101485" y="148823"/>
                </a:lnTo>
                <a:lnTo>
                  <a:pt x="101695" y="148885"/>
                </a:lnTo>
                <a:lnTo>
                  <a:pt x="101904" y="148947"/>
                </a:lnTo>
                <a:lnTo>
                  <a:pt x="102114" y="148998"/>
                </a:lnTo>
                <a:lnTo>
                  <a:pt x="102318" y="149045"/>
                </a:lnTo>
                <a:lnTo>
                  <a:pt x="102528" y="149086"/>
                </a:lnTo>
                <a:lnTo>
                  <a:pt x="102732" y="149122"/>
                </a:lnTo>
                <a:lnTo>
                  <a:pt x="102930" y="149158"/>
                </a:lnTo>
                <a:lnTo>
                  <a:pt x="103134" y="149184"/>
                </a:lnTo>
                <a:lnTo>
                  <a:pt x="103333" y="149204"/>
                </a:lnTo>
                <a:lnTo>
                  <a:pt x="103526" y="149220"/>
                </a:lnTo>
                <a:lnTo>
                  <a:pt x="103714" y="149225"/>
                </a:lnTo>
                <a:lnTo>
                  <a:pt x="103901" y="149230"/>
                </a:lnTo>
                <a:lnTo>
                  <a:pt x="108049" y="149230"/>
                </a:lnTo>
                <a:lnTo>
                  <a:pt x="108231" y="149225"/>
                </a:lnTo>
                <a:lnTo>
                  <a:pt x="108418" y="149220"/>
                </a:lnTo>
                <a:lnTo>
                  <a:pt x="108617" y="149204"/>
                </a:lnTo>
                <a:lnTo>
                  <a:pt x="108815" y="149184"/>
                </a:lnTo>
                <a:lnTo>
                  <a:pt x="109014" y="149158"/>
                </a:lnTo>
                <a:lnTo>
                  <a:pt x="109213" y="149127"/>
                </a:lnTo>
                <a:lnTo>
                  <a:pt x="109422" y="149086"/>
                </a:lnTo>
                <a:lnTo>
                  <a:pt x="109626" y="149045"/>
                </a:lnTo>
                <a:lnTo>
                  <a:pt x="109830" y="148998"/>
                </a:lnTo>
                <a:lnTo>
                  <a:pt x="110045" y="148947"/>
                </a:lnTo>
                <a:lnTo>
                  <a:pt x="110255" y="148885"/>
                </a:lnTo>
                <a:lnTo>
                  <a:pt x="110465" y="148823"/>
                </a:lnTo>
                <a:lnTo>
                  <a:pt x="110669" y="148762"/>
                </a:lnTo>
                <a:lnTo>
                  <a:pt x="110884" y="148690"/>
                </a:lnTo>
                <a:lnTo>
                  <a:pt x="111088" y="148618"/>
                </a:lnTo>
                <a:lnTo>
                  <a:pt x="111297" y="148540"/>
                </a:lnTo>
                <a:lnTo>
                  <a:pt x="111507" y="148458"/>
                </a:lnTo>
                <a:lnTo>
                  <a:pt x="111706" y="148376"/>
                </a:lnTo>
                <a:lnTo>
                  <a:pt x="111904" y="148283"/>
                </a:lnTo>
                <a:lnTo>
                  <a:pt x="112108" y="148190"/>
                </a:lnTo>
                <a:lnTo>
                  <a:pt x="112301" y="148092"/>
                </a:lnTo>
                <a:lnTo>
                  <a:pt x="112489" y="147995"/>
                </a:lnTo>
                <a:lnTo>
                  <a:pt x="112676" y="147897"/>
                </a:lnTo>
                <a:lnTo>
                  <a:pt x="112864" y="147794"/>
                </a:lnTo>
                <a:lnTo>
                  <a:pt x="113040" y="147686"/>
                </a:lnTo>
                <a:lnTo>
                  <a:pt x="113211" y="147572"/>
                </a:lnTo>
                <a:lnTo>
                  <a:pt x="113377" y="147464"/>
                </a:lnTo>
                <a:lnTo>
                  <a:pt x="113542" y="147351"/>
                </a:lnTo>
                <a:lnTo>
                  <a:pt x="113697" y="147238"/>
                </a:lnTo>
                <a:lnTo>
                  <a:pt x="113840" y="147119"/>
                </a:lnTo>
                <a:lnTo>
                  <a:pt x="113984" y="147001"/>
                </a:lnTo>
                <a:lnTo>
                  <a:pt x="114116" y="146877"/>
                </a:lnTo>
                <a:lnTo>
                  <a:pt x="162118" y="101972"/>
                </a:lnTo>
                <a:lnTo>
                  <a:pt x="162245" y="101843"/>
                </a:lnTo>
                <a:lnTo>
                  <a:pt x="162361" y="101714"/>
                </a:lnTo>
                <a:lnTo>
                  <a:pt x="162465" y="101585"/>
                </a:lnTo>
                <a:lnTo>
                  <a:pt x="162570" y="101452"/>
                </a:lnTo>
                <a:lnTo>
                  <a:pt x="162658" y="101313"/>
                </a:lnTo>
                <a:lnTo>
                  <a:pt x="162747" y="101163"/>
                </a:lnTo>
                <a:lnTo>
                  <a:pt x="162824" y="101019"/>
                </a:lnTo>
                <a:lnTo>
                  <a:pt x="162896" y="100870"/>
                </a:lnTo>
                <a:lnTo>
                  <a:pt x="162956" y="100721"/>
                </a:lnTo>
                <a:lnTo>
                  <a:pt x="163006" y="100566"/>
                </a:lnTo>
                <a:lnTo>
                  <a:pt x="163050" y="100412"/>
                </a:lnTo>
                <a:lnTo>
                  <a:pt x="163089" y="100257"/>
                </a:lnTo>
                <a:lnTo>
                  <a:pt x="163116" y="100098"/>
                </a:lnTo>
                <a:lnTo>
                  <a:pt x="163133" y="99938"/>
                </a:lnTo>
                <a:lnTo>
                  <a:pt x="163144" y="99778"/>
                </a:lnTo>
                <a:lnTo>
                  <a:pt x="163149" y="99624"/>
                </a:lnTo>
                <a:lnTo>
                  <a:pt x="163144" y="99464"/>
                </a:lnTo>
                <a:lnTo>
                  <a:pt x="163133" y="99300"/>
                </a:lnTo>
                <a:lnTo>
                  <a:pt x="163111" y="99145"/>
                </a:lnTo>
                <a:lnTo>
                  <a:pt x="163083" y="98986"/>
                </a:lnTo>
                <a:lnTo>
                  <a:pt x="163044" y="98831"/>
                </a:lnTo>
                <a:lnTo>
                  <a:pt x="163000" y="98672"/>
                </a:lnTo>
                <a:lnTo>
                  <a:pt x="162951" y="98522"/>
                </a:lnTo>
                <a:lnTo>
                  <a:pt x="162890" y="98373"/>
                </a:lnTo>
                <a:lnTo>
                  <a:pt x="162818" y="98224"/>
                </a:lnTo>
                <a:lnTo>
                  <a:pt x="162736" y="98074"/>
                </a:lnTo>
                <a:lnTo>
                  <a:pt x="162653" y="97936"/>
                </a:lnTo>
                <a:lnTo>
                  <a:pt x="162559" y="97797"/>
                </a:lnTo>
                <a:lnTo>
                  <a:pt x="162460" y="97663"/>
                </a:lnTo>
                <a:lnTo>
                  <a:pt x="162349" y="97529"/>
                </a:lnTo>
                <a:lnTo>
                  <a:pt x="162234" y="97400"/>
                </a:lnTo>
                <a:lnTo>
                  <a:pt x="162101" y="97277"/>
                </a:lnTo>
                <a:lnTo>
                  <a:pt x="153254" y="89071"/>
                </a:lnTo>
                <a:lnTo>
                  <a:pt x="153122" y="88957"/>
                </a:lnTo>
                <a:lnTo>
                  <a:pt x="152984" y="88849"/>
                </a:lnTo>
                <a:lnTo>
                  <a:pt x="152841" y="88746"/>
                </a:lnTo>
                <a:lnTo>
                  <a:pt x="152697" y="88654"/>
                </a:lnTo>
                <a:lnTo>
                  <a:pt x="152548" y="88566"/>
                </a:lnTo>
                <a:lnTo>
                  <a:pt x="152394" y="88489"/>
                </a:lnTo>
                <a:lnTo>
                  <a:pt x="152234" y="88412"/>
                </a:lnTo>
                <a:lnTo>
                  <a:pt x="152074" y="88350"/>
                </a:lnTo>
                <a:lnTo>
                  <a:pt x="151914" y="88293"/>
                </a:lnTo>
                <a:lnTo>
                  <a:pt x="151754" y="88247"/>
                </a:lnTo>
                <a:lnTo>
                  <a:pt x="151583" y="88206"/>
                </a:lnTo>
                <a:lnTo>
                  <a:pt x="151412" y="88170"/>
                </a:lnTo>
                <a:lnTo>
                  <a:pt x="151247" y="88144"/>
                </a:lnTo>
                <a:lnTo>
                  <a:pt x="151076" y="88129"/>
                </a:lnTo>
                <a:lnTo>
                  <a:pt x="150905" y="88118"/>
                </a:lnTo>
                <a:close/>
                <a:moveTo>
                  <a:pt x="118671" y="0"/>
                </a:moveTo>
                <a:cubicBezTo>
                  <a:pt x="184211" y="0"/>
                  <a:pt x="237342" y="53131"/>
                  <a:pt x="237342" y="118671"/>
                </a:cubicBezTo>
                <a:cubicBezTo>
                  <a:pt x="237342" y="184211"/>
                  <a:pt x="184211" y="237342"/>
                  <a:pt x="118671" y="237342"/>
                </a:cubicBezTo>
                <a:cubicBezTo>
                  <a:pt x="53131" y="237342"/>
                  <a:pt x="0" y="184211"/>
                  <a:pt x="0" y="118671"/>
                </a:cubicBezTo>
                <a:cubicBezTo>
                  <a:pt x="0" y="53131"/>
                  <a:pt x="53131" y="0"/>
                  <a:pt x="118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>
              <a:solidFill>
                <a:schemeClr val="bg1"/>
              </a:solidFill>
              <a:latin typeface="League Spartan" pitchFamily="2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A49BFD-6DA1-12F3-6A59-B8D8B553FD0F}"/>
              </a:ext>
            </a:extLst>
          </p:cNvPr>
          <p:cNvSpPr/>
          <p:nvPr/>
        </p:nvSpPr>
        <p:spPr>
          <a:xfrm>
            <a:off x="9998540" y="4045666"/>
            <a:ext cx="1811975" cy="51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bg1"/>
                </a:solidFill>
                <a:latin typeface="League Spartan" pitchFamily="2" charset="77"/>
              </a:rPr>
              <a:t>Item number 2</a:t>
            </a:r>
            <a:endParaRPr lang="en-US" sz="2000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1BDDAE-AFEE-67CB-82CE-B4D5FED4FC4D}"/>
              </a:ext>
            </a:extLst>
          </p:cNvPr>
          <p:cNvSpPr/>
          <p:nvPr/>
        </p:nvSpPr>
        <p:spPr>
          <a:xfrm>
            <a:off x="9394106" y="2780202"/>
            <a:ext cx="25163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3200" b="1" dirty="0">
                <a:solidFill>
                  <a:schemeClr val="accent3"/>
                </a:solidFill>
                <a:latin typeface="League Spartan" pitchFamily="2" charset="77"/>
                <a:ea typeface="Roboto" panose="02000000000000000000" pitchFamily="2" charset="0"/>
                <a:cs typeface="Poppins SemiBold" panose="00000700000000000000" pitchFamily="2" charset="0"/>
              </a:rPr>
              <a:t>NICE TITLE</a:t>
            </a:r>
            <a:endParaRPr lang="en-US" sz="3200" b="1" dirty="0">
              <a:solidFill>
                <a:schemeClr val="accent3"/>
              </a:solidFill>
              <a:latin typeface="League Spartan" pitchFamily="2" charset="77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Freeform: Shape 22">
            <a:extLst>
              <a:ext uri="{FF2B5EF4-FFF2-40B4-BE49-F238E27FC236}">
                <a16:creationId xmlns:a16="http://schemas.microsoft.com/office/drawing/2014/main" id="{1F328672-1A86-466B-76D6-7A2A078D3388}"/>
              </a:ext>
            </a:extLst>
          </p:cNvPr>
          <p:cNvSpPr/>
          <p:nvPr/>
        </p:nvSpPr>
        <p:spPr>
          <a:xfrm>
            <a:off x="9692345" y="3560017"/>
            <a:ext cx="237342" cy="237342"/>
          </a:xfrm>
          <a:custGeom>
            <a:avLst/>
            <a:gdLst>
              <a:gd name="connsiteX0" fmla="*/ 150734 w 237342"/>
              <a:gd name="connsiteY0" fmla="*/ 88113 h 237342"/>
              <a:gd name="connsiteX1" fmla="*/ 150563 w 237342"/>
              <a:gd name="connsiteY1" fmla="*/ 88118 h 237342"/>
              <a:gd name="connsiteX2" fmla="*/ 150392 w 237342"/>
              <a:gd name="connsiteY2" fmla="*/ 88129 h 237342"/>
              <a:gd name="connsiteX3" fmla="*/ 150221 w 237342"/>
              <a:gd name="connsiteY3" fmla="*/ 88149 h 237342"/>
              <a:gd name="connsiteX4" fmla="*/ 150050 w 237342"/>
              <a:gd name="connsiteY4" fmla="*/ 88175 h 237342"/>
              <a:gd name="connsiteX5" fmla="*/ 149884 w 237342"/>
              <a:gd name="connsiteY5" fmla="*/ 88211 h 237342"/>
              <a:gd name="connsiteX6" fmla="*/ 149719 w 237342"/>
              <a:gd name="connsiteY6" fmla="*/ 88252 h 237342"/>
              <a:gd name="connsiteX7" fmla="*/ 149553 w 237342"/>
              <a:gd name="connsiteY7" fmla="*/ 88298 h 237342"/>
              <a:gd name="connsiteX8" fmla="*/ 149393 w 237342"/>
              <a:gd name="connsiteY8" fmla="*/ 88355 h 237342"/>
              <a:gd name="connsiteX9" fmla="*/ 149233 w 237342"/>
              <a:gd name="connsiteY9" fmla="*/ 88422 h 237342"/>
              <a:gd name="connsiteX10" fmla="*/ 149079 w 237342"/>
              <a:gd name="connsiteY10" fmla="*/ 88499 h 237342"/>
              <a:gd name="connsiteX11" fmla="*/ 148925 w 237342"/>
              <a:gd name="connsiteY11" fmla="*/ 88576 h 237342"/>
              <a:gd name="connsiteX12" fmla="*/ 148770 w 237342"/>
              <a:gd name="connsiteY12" fmla="*/ 88664 h 237342"/>
              <a:gd name="connsiteX13" fmla="*/ 148627 w 237342"/>
              <a:gd name="connsiteY13" fmla="*/ 88757 h 237342"/>
              <a:gd name="connsiteX14" fmla="*/ 148489 w 237342"/>
              <a:gd name="connsiteY14" fmla="*/ 88860 h 237342"/>
              <a:gd name="connsiteX15" fmla="*/ 148351 w 237342"/>
              <a:gd name="connsiteY15" fmla="*/ 88968 h 237342"/>
              <a:gd name="connsiteX16" fmla="*/ 148219 w 237342"/>
              <a:gd name="connsiteY16" fmla="*/ 89091 h 237342"/>
              <a:gd name="connsiteX17" fmla="*/ 108639 w 237342"/>
              <a:gd name="connsiteY17" fmla="*/ 126121 h 237342"/>
              <a:gd name="connsiteX18" fmla="*/ 108501 w 237342"/>
              <a:gd name="connsiteY18" fmla="*/ 126234 h 237342"/>
              <a:gd name="connsiteX19" fmla="*/ 108369 w 237342"/>
              <a:gd name="connsiteY19" fmla="*/ 126342 h 237342"/>
              <a:gd name="connsiteX20" fmla="*/ 108225 w 237342"/>
              <a:gd name="connsiteY20" fmla="*/ 126450 h 237342"/>
              <a:gd name="connsiteX21" fmla="*/ 108082 w 237342"/>
              <a:gd name="connsiteY21" fmla="*/ 126543 h 237342"/>
              <a:gd name="connsiteX22" fmla="*/ 107933 w 237342"/>
              <a:gd name="connsiteY22" fmla="*/ 126630 h 237342"/>
              <a:gd name="connsiteX23" fmla="*/ 107779 w 237342"/>
              <a:gd name="connsiteY23" fmla="*/ 126713 h 237342"/>
              <a:gd name="connsiteX24" fmla="*/ 107619 w 237342"/>
              <a:gd name="connsiteY24" fmla="*/ 126785 h 237342"/>
              <a:gd name="connsiteX25" fmla="*/ 107464 w 237342"/>
              <a:gd name="connsiteY25" fmla="*/ 126847 h 237342"/>
              <a:gd name="connsiteX26" fmla="*/ 107304 w 237342"/>
              <a:gd name="connsiteY26" fmla="*/ 126903 h 237342"/>
              <a:gd name="connsiteX27" fmla="*/ 107133 w 237342"/>
              <a:gd name="connsiteY27" fmla="*/ 126950 h 237342"/>
              <a:gd name="connsiteX28" fmla="*/ 106968 w 237342"/>
              <a:gd name="connsiteY28" fmla="*/ 126991 h 237342"/>
              <a:gd name="connsiteX29" fmla="*/ 106802 w 237342"/>
              <a:gd name="connsiteY29" fmla="*/ 127027 h 237342"/>
              <a:gd name="connsiteX30" fmla="*/ 106637 w 237342"/>
              <a:gd name="connsiteY30" fmla="*/ 127058 h 237342"/>
              <a:gd name="connsiteX31" fmla="*/ 106460 w 237342"/>
              <a:gd name="connsiteY31" fmla="*/ 127078 h 237342"/>
              <a:gd name="connsiteX32" fmla="*/ 106289 w 237342"/>
              <a:gd name="connsiteY32" fmla="*/ 127089 h 237342"/>
              <a:gd name="connsiteX33" fmla="*/ 106124 w 237342"/>
              <a:gd name="connsiteY33" fmla="*/ 127094 h 237342"/>
              <a:gd name="connsiteX34" fmla="*/ 105953 w 237342"/>
              <a:gd name="connsiteY34" fmla="*/ 127089 h 237342"/>
              <a:gd name="connsiteX35" fmla="*/ 105776 w 237342"/>
              <a:gd name="connsiteY35" fmla="*/ 127078 h 237342"/>
              <a:gd name="connsiteX36" fmla="*/ 105611 w 237342"/>
              <a:gd name="connsiteY36" fmla="*/ 127058 h 237342"/>
              <a:gd name="connsiteX37" fmla="*/ 105440 w 237342"/>
              <a:gd name="connsiteY37" fmla="*/ 127027 h 237342"/>
              <a:gd name="connsiteX38" fmla="*/ 105274 w 237342"/>
              <a:gd name="connsiteY38" fmla="*/ 126996 h 237342"/>
              <a:gd name="connsiteX39" fmla="*/ 105103 w 237342"/>
              <a:gd name="connsiteY39" fmla="*/ 126955 h 237342"/>
              <a:gd name="connsiteX40" fmla="*/ 104944 w 237342"/>
              <a:gd name="connsiteY40" fmla="*/ 126903 h 237342"/>
              <a:gd name="connsiteX41" fmla="*/ 104784 w 237342"/>
              <a:gd name="connsiteY41" fmla="*/ 126847 h 237342"/>
              <a:gd name="connsiteX42" fmla="*/ 104624 w 237342"/>
              <a:gd name="connsiteY42" fmla="*/ 126785 h 237342"/>
              <a:gd name="connsiteX43" fmla="*/ 104469 w 237342"/>
              <a:gd name="connsiteY43" fmla="*/ 126713 h 237342"/>
              <a:gd name="connsiteX44" fmla="*/ 104309 w 237342"/>
              <a:gd name="connsiteY44" fmla="*/ 126636 h 237342"/>
              <a:gd name="connsiteX45" fmla="*/ 104160 w 237342"/>
              <a:gd name="connsiteY45" fmla="*/ 126548 h 237342"/>
              <a:gd name="connsiteX46" fmla="*/ 104017 w 237342"/>
              <a:gd name="connsiteY46" fmla="*/ 126455 h 237342"/>
              <a:gd name="connsiteX47" fmla="*/ 103879 w 237342"/>
              <a:gd name="connsiteY47" fmla="*/ 126347 h 237342"/>
              <a:gd name="connsiteX48" fmla="*/ 103741 w 237342"/>
              <a:gd name="connsiteY48" fmla="*/ 126239 h 237342"/>
              <a:gd name="connsiteX49" fmla="*/ 103603 w 237342"/>
              <a:gd name="connsiteY49" fmla="*/ 126126 h 237342"/>
              <a:gd name="connsiteX50" fmla="*/ 89163 w 237342"/>
              <a:gd name="connsiteY50" fmla="*/ 112669 h 237342"/>
              <a:gd name="connsiteX51" fmla="*/ 89026 w 237342"/>
              <a:gd name="connsiteY51" fmla="*/ 112556 h 237342"/>
              <a:gd name="connsiteX52" fmla="*/ 88893 w 237342"/>
              <a:gd name="connsiteY52" fmla="*/ 112448 h 237342"/>
              <a:gd name="connsiteX53" fmla="*/ 88750 w 237342"/>
              <a:gd name="connsiteY53" fmla="*/ 112345 h 237342"/>
              <a:gd name="connsiteX54" fmla="*/ 88606 w 237342"/>
              <a:gd name="connsiteY54" fmla="*/ 112252 h 237342"/>
              <a:gd name="connsiteX55" fmla="*/ 88457 w 237342"/>
              <a:gd name="connsiteY55" fmla="*/ 112159 h 237342"/>
              <a:gd name="connsiteX56" fmla="*/ 88303 w 237342"/>
              <a:gd name="connsiteY56" fmla="*/ 112082 h 237342"/>
              <a:gd name="connsiteX57" fmla="*/ 88143 w 237342"/>
              <a:gd name="connsiteY57" fmla="*/ 112010 h 237342"/>
              <a:gd name="connsiteX58" fmla="*/ 87989 w 237342"/>
              <a:gd name="connsiteY58" fmla="*/ 111948 h 237342"/>
              <a:gd name="connsiteX59" fmla="*/ 87829 w 237342"/>
              <a:gd name="connsiteY59" fmla="*/ 111892 h 237342"/>
              <a:gd name="connsiteX60" fmla="*/ 87658 w 237342"/>
              <a:gd name="connsiteY60" fmla="*/ 111840 h 237342"/>
              <a:gd name="connsiteX61" fmla="*/ 87492 w 237342"/>
              <a:gd name="connsiteY61" fmla="*/ 111799 h 237342"/>
              <a:gd name="connsiteX62" fmla="*/ 87327 w 237342"/>
              <a:gd name="connsiteY62" fmla="*/ 111768 h 237342"/>
              <a:gd name="connsiteX63" fmla="*/ 87156 w 237342"/>
              <a:gd name="connsiteY63" fmla="*/ 111742 h 237342"/>
              <a:gd name="connsiteX64" fmla="*/ 86985 w 237342"/>
              <a:gd name="connsiteY64" fmla="*/ 111722 h 237342"/>
              <a:gd name="connsiteX65" fmla="*/ 86814 w 237342"/>
              <a:gd name="connsiteY65" fmla="*/ 111712 h 237342"/>
              <a:gd name="connsiteX66" fmla="*/ 86643 w 237342"/>
              <a:gd name="connsiteY66" fmla="*/ 111706 h 237342"/>
              <a:gd name="connsiteX67" fmla="*/ 86477 w 237342"/>
              <a:gd name="connsiteY67" fmla="*/ 111712 h 237342"/>
              <a:gd name="connsiteX68" fmla="*/ 86301 w 237342"/>
              <a:gd name="connsiteY68" fmla="*/ 111722 h 237342"/>
              <a:gd name="connsiteX69" fmla="*/ 86130 w 237342"/>
              <a:gd name="connsiteY69" fmla="*/ 111742 h 237342"/>
              <a:gd name="connsiteX70" fmla="*/ 85964 w 237342"/>
              <a:gd name="connsiteY70" fmla="*/ 111768 h 237342"/>
              <a:gd name="connsiteX71" fmla="*/ 85799 w 237342"/>
              <a:gd name="connsiteY71" fmla="*/ 111799 h 237342"/>
              <a:gd name="connsiteX72" fmla="*/ 85628 w 237342"/>
              <a:gd name="connsiteY72" fmla="*/ 111840 h 237342"/>
              <a:gd name="connsiteX73" fmla="*/ 85463 w 237342"/>
              <a:gd name="connsiteY73" fmla="*/ 111892 h 237342"/>
              <a:gd name="connsiteX74" fmla="*/ 85303 w 237342"/>
              <a:gd name="connsiteY74" fmla="*/ 111948 h 237342"/>
              <a:gd name="connsiteX75" fmla="*/ 85143 w 237342"/>
              <a:gd name="connsiteY75" fmla="*/ 112010 h 237342"/>
              <a:gd name="connsiteX76" fmla="*/ 84988 w 237342"/>
              <a:gd name="connsiteY76" fmla="*/ 112082 h 237342"/>
              <a:gd name="connsiteX77" fmla="*/ 84834 w 237342"/>
              <a:gd name="connsiteY77" fmla="*/ 112159 h 237342"/>
              <a:gd name="connsiteX78" fmla="*/ 84685 w 237342"/>
              <a:gd name="connsiteY78" fmla="*/ 112252 h 237342"/>
              <a:gd name="connsiteX79" fmla="*/ 84541 w 237342"/>
              <a:gd name="connsiteY79" fmla="*/ 112345 h 237342"/>
              <a:gd name="connsiteX80" fmla="*/ 84398 w 237342"/>
              <a:gd name="connsiteY80" fmla="*/ 112448 h 237342"/>
              <a:gd name="connsiteX81" fmla="*/ 84255 w 237342"/>
              <a:gd name="connsiteY81" fmla="*/ 112556 h 237342"/>
              <a:gd name="connsiteX82" fmla="*/ 84128 w 237342"/>
              <a:gd name="connsiteY82" fmla="*/ 112674 h 237342"/>
              <a:gd name="connsiteX83" fmla="*/ 75231 w 237342"/>
              <a:gd name="connsiteY83" fmla="*/ 120978 h 237342"/>
              <a:gd name="connsiteX84" fmla="*/ 75104 w 237342"/>
              <a:gd name="connsiteY84" fmla="*/ 121101 h 237342"/>
              <a:gd name="connsiteX85" fmla="*/ 74988 w 237342"/>
              <a:gd name="connsiteY85" fmla="*/ 121225 h 237342"/>
              <a:gd name="connsiteX86" fmla="*/ 74884 w 237342"/>
              <a:gd name="connsiteY86" fmla="*/ 121364 h 237342"/>
              <a:gd name="connsiteX87" fmla="*/ 74779 w 237342"/>
              <a:gd name="connsiteY87" fmla="*/ 121498 h 237342"/>
              <a:gd name="connsiteX88" fmla="*/ 74691 w 237342"/>
              <a:gd name="connsiteY88" fmla="*/ 121637 h 237342"/>
              <a:gd name="connsiteX89" fmla="*/ 74602 w 237342"/>
              <a:gd name="connsiteY89" fmla="*/ 121776 h 237342"/>
              <a:gd name="connsiteX90" fmla="*/ 74520 w 237342"/>
              <a:gd name="connsiteY90" fmla="*/ 121930 h 237342"/>
              <a:gd name="connsiteX91" fmla="*/ 74453 w 237342"/>
              <a:gd name="connsiteY91" fmla="*/ 122074 h 237342"/>
              <a:gd name="connsiteX92" fmla="*/ 74393 w 237342"/>
              <a:gd name="connsiteY92" fmla="*/ 122224 h 237342"/>
              <a:gd name="connsiteX93" fmla="*/ 74338 w 237342"/>
              <a:gd name="connsiteY93" fmla="*/ 122378 h 237342"/>
              <a:gd name="connsiteX94" fmla="*/ 74294 w 237342"/>
              <a:gd name="connsiteY94" fmla="*/ 122538 h 237342"/>
              <a:gd name="connsiteX95" fmla="*/ 74260 w 237342"/>
              <a:gd name="connsiteY95" fmla="*/ 122692 h 237342"/>
              <a:gd name="connsiteX96" fmla="*/ 74233 w 237342"/>
              <a:gd name="connsiteY96" fmla="*/ 122847 h 237342"/>
              <a:gd name="connsiteX97" fmla="*/ 74211 w 237342"/>
              <a:gd name="connsiteY97" fmla="*/ 123006 h 237342"/>
              <a:gd name="connsiteX98" fmla="*/ 74200 w 237342"/>
              <a:gd name="connsiteY98" fmla="*/ 123166 h 237342"/>
              <a:gd name="connsiteX99" fmla="*/ 74194 w 237342"/>
              <a:gd name="connsiteY99" fmla="*/ 123331 h 237342"/>
              <a:gd name="connsiteX100" fmla="*/ 74200 w 237342"/>
              <a:gd name="connsiteY100" fmla="*/ 123485 h 237342"/>
              <a:gd name="connsiteX101" fmla="*/ 74211 w 237342"/>
              <a:gd name="connsiteY101" fmla="*/ 123645 h 237342"/>
              <a:gd name="connsiteX102" fmla="*/ 74227 w 237342"/>
              <a:gd name="connsiteY102" fmla="*/ 123804 h 237342"/>
              <a:gd name="connsiteX103" fmla="*/ 74260 w 237342"/>
              <a:gd name="connsiteY103" fmla="*/ 123964 h 237342"/>
              <a:gd name="connsiteX104" fmla="*/ 74294 w 237342"/>
              <a:gd name="connsiteY104" fmla="*/ 124118 h 237342"/>
              <a:gd name="connsiteX105" fmla="*/ 74338 w 237342"/>
              <a:gd name="connsiteY105" fmla="*/ 124273 h 237342"/>
              <a:gd name="connsiteX106" fmla="*/ 74387 w 237342"/>
              <a:gd name="connsiteY106" fmla="*/ 124427 h 237342"/>
              <a:gd name="connsiteX107" fmla="*/ 74448 w 237342"/>
              <a:gd name="connsiteY107" fmla="*/ 124582 h 237342"/>
              <a:gd name="connsiteX108" fmla="*/ 74520 w 237342"/>
              <a:gd name="connsiteY108" fmla="*/ 124731 h 237342"/>
              <a:gd name="connsiteX109" fmla="*/ 74602 w 237342"/>
              <a:gd name="connsiteY109" fmla="*/ 124875 h 237342"/>
              <a:gd name="connsiteX110" fmla="*/ 74685 w 237342"/>
              <a:gd name="connsiteY110" fmla="*/ 125014 h 237342"/>
              <a:gd name="connsiteX111" fmla="*/ 74779 w 237342"/>
              <a:gd name="connsiteY111" fmla="*/ 125158 h 237342"/>
              <a:gd name="connsiteX112" fmla="*/ 74878 w 237342"/>
              <a:gd name="connsiteY112" fmla="*/ 125297 h 237342"/>
              <a:gd name="connsiteX113" fmla="*/ 74983 w 237342"/>
              <a:gd name="connsiteY113" fmla="*/ 125426 h 237342"/>
              <a:gd name="connsiteX114" fmla="*/ 75099 w 237342"/>
              <a:gd name="connsiteY114" fmla="*/ 125554 h 237342"/>
              <a:gd name="connsiteX115" fmla="*/ 75226 w 237342"/>
              <a:gd name="connsiteY115" fmla="*/ 125678 h 237342"/>
              <a:gd name="connsiteX116" fmla="*/ 97834 w 237342"/>
              <a:gd name="connsiteY116" fmla="*/ 146872 h 237342"/>
              <a:gd name="connsiteX117" fmla="*/ 97966 w 237342"/>
              <a:gd name="connsiteY117" fmla="*/ 147001 h 237342"/>
              <a:gd name="connsiteX118" fmla="*/ 98104 w 237342"/>
              <a:gd name="connsiteY118" fmla="*/ 147119 h 237342"/>
              <a:gd name="connsiteX119" fmla="*/ 98259 w 237342"/>
              <a:gd name="connsiteY119" fmla="*/ 147233 h 237342"/>
              <a:gd name="connsiteX120" fmla="*/ 98408 w 237342"/>
              <a:gd name="connsiteY120" fmla="*/ 147346 h 237342"/>
              <a:gd name="connsiteX121" fmla="*/ 98568 w 237342"/>
              <a:gd name="connsiteY121" fmla="*/ 147459 h 237342"/>
              <a:gd name="connsiteX122" fmla="*/ 98733 w 237342"/>
              <a:gd name="connsiteY122" fmla="*/ 147572 h 237342"/>
              <a:gd name="connsiteX123" fmla="*/ 98909 w 237342"/>
              <a:gd name="connsiteY123" fmla="*/ 147686 h 237342"/>
              <a:gd name="connsiteX124" fmla="*/ 99086 w 237342"/>
              <a:gd name="connsiteY124" fmla="*/ 147789 h 237342"/>
              <a:gd name="connsiteX125" fmla="*/ 99268 w 237342"/>
              <a:gd name="connsiteY125" fmla="*/ 147892 h 237342"/>
              <a:gd name="connsiteX126" fmla="*/ 99456 w 237342"/>
              <a:gd name="connsiteY126" fmla="*/ 147995 h 237342"/>
              <a:gd name="connsiteX127" fmla="*/ 99649 w 237342"/>
              <a:gd name="connsiteY127" fmla="*/ 148092 h 237342"/>
              <a:gd name="connsiteX128" fmla="*/ 99842 w 237342"/>
              <a:gd name="connsiteY128" fmla="*/ 148185 h 237342"/>
              <a:gd name="connsiteX129" fmla="*/ 100040 w 237342"/>
              <a:gd name="connsiteY129" fmla="*/ 148283 h 237342"/>
              <a:gd name="connsiteX130" fmla="*/ 100239 w 237342"/>
              <a:gd name="connsiteY130" fmla="*/ 148370 h 237342"/>
              <a:gd name="connsiteX131" fmla="*/ 100448 w 237342"/>
              <a:gd name="connsiteY131" fmla="*/ 148458 h 237342"/>
              <a:gd name="connsiteX132" fmla="*/ 100647 w 237342"/>
              <a:gd name="connsiteY132" fmla="*/ 148540 h 237342"/>
              <a:gd name="connsiteX133" fmla="*/ 100856 w 237342"/>
              <a:gd name="connsiteY133" fmla="*/ 148618 h 237342"/>
              <a:gd name="connsiteX134" fmla="*/ 101066 w 237342"/>
              <a:gd name="connsiteY134" fmla="*/ 148690 h 237342"/>
              <a:gd name="connsiteX135" fmla="*/ 101276 w 237342"/>
              <a:gd name="connsiteY135" fmla="*/ 148757 h 237342"/>
              <a:gd name="connsiteX136" fmla="*/ 101485 w 237342"/>
              <a:gd name="connsiteY136" fmla="*/ 148823 h 237342"/>
              <a:gd name="connsiteX137" fmla="*/ 101695 w 237342"/>
              <a:gd name="connsiteY137" fmla="*/ 148885 h 237342"/>
              <a:gd name="connsiteX138" fmla="*/ 101904 w 237342"/>
              <a:gd name="connsiteY138" fmla="*/ 148947 h 237342"/>
              <a:gd name="connsiteX139" fmla="*/ 102114 w 237342"/>
              <a:gd name="connsiteY139" fmla="*/ 148998 h 237342"/>
              <a:gd name="connsiteX140" fmla="*/ 102318 w 237342"/>
              <a:gd name="connsiteY140" fmla="*/ 149045 h 237342"/>
              <a:gd name="connsiteX141" fmla="*/ 102528 w 237342"/>
              <a:gd name="connsiteY141" fmla="*/ 149086 h 237342"/>
              <a:gd name="connsiteX142" fmla="*/ 102732 w 237342"/>
              <a:gd name="connsiteY142" fmla="*/ 149122 h 237342"/>
              <a:gd name="connsiteX143" fmla="*/ 102930 w 237342"/>
              <a:gd name="connsiteY143" fmla="*/ 149158 h 237342"/>
              <a:gd name="connsiteX144" fmla="*/ 103134 w 237342"/>
              <a:gd name="connsiteY144" fmla="*/ 149184 h 237342"/>
              <a:gd name="connsiteX145" fmla="*/ 103333 w 237342"/>
              <a:gd name="connsiteY145" fmla="*/ 149204 h 237342"/>
              <a:gd name="connsiteX146" fmla="*/ 103526 w 237342"/>
              <a:gd name="connsiteY146" fmla="*/ 149220 h 237342"/>
              <a:gd name="connsiteX147" fmla="*/ 103714 w 237342"/>
              <a:gd name="connsiteY147" fmla="*/ 149225 h 237342"/>
              <a:gd name="connsiteX148" fmla="*/ 103901 w 237342"/>
              <a:gd name="connsiteY148" fmla="*/ 149230 h 237342"/>
              <a:gd name="connsiteX149" fmla="*/ 108049 w 237342"/>
              <a:gd name="connsiteY149" fmla="*/ 149230 h 237342"/>
              <a:gd name="connsiteX150" fmla="*/ 108231 w 237342"/>
              <a:gd name="connsiteY150" fmla="*/ 149225 h 237342"/>
              <a:gd name="connsiteX151" fmla="*/ 108418 w 237342"/>
              <a:gd name="connsiteY151" fmla="*/ 149220 h 237342"/>
              <a:gd name="connsiteX152" fmla="*/ 108617 w 237342"/>
              <a:gd name="connsiteY152" fmla="*/ 149204 h 237342"/>
              <a:gd name="connsiteX153" fmla="*/ 108815 w 237342"/>
              <a:gd name="connsiteY153" fmla="*/ 149184 h 237342"/>
              <a:gd name="connsiteX154" fmla="*/ 109014 w 237342"/>
              <a:gd name="connsiteY154" fmla="*/ 149158 h 237342"/>
              <a:gd name="connsiteX155" fmla="*/ 109213 w 237342"/>
              <a:gd name="connsiteY155" fmla="*/ 149127 h 237342"/>
              <a:gd name="connsiteX156" fmla="*/ 109422 w 237342"/>
              <a:gd name="connsiteY156" fmla="*/ 149086 h 237342"/>
              <a:gd name="connsiteX157" fmla="*/ 109626 w 237342"/>
              <a:gd name="connsiteY157" fmla="*/ 149045 h 237342"/>
              <a:gd name="connsiteX158" fmla="*/ 109830 w 237342"/>
              <a:gd name="connsiteY158" fmla="*/ 148998 h 237342"/>
              <a:gd name="connsiteX159" fmla="*/ 110045 w 237342"/>
              <a:gd name="connsiteY159" fmla="*/ 148947 h 237342"/>
              <a:gd name="connsiteX160" fmla="*/ 110255 w 237342"/>
              <a:gd name="connsiteY160" fmla="*/ 148885 h 237342"/>
              <a:gd name="connsiteX161" fmla="*/ 110465 w 237342"/>
              <a:gd name="connsiteY161" fmla="*/ 148823 h 237342"/>
              <a:gd name="connsiteX162" fmla="*/ 110669 w 237342"/>
              <a:gd name="connsiteY162" fmla="*/ 148762 h 237342"/>
              <a:gd name="connsiteX163" fmla="*/ 110884 w 237342"/>
              <a:gd name="connsiteY163" fmla="*/ 148690 h 237342"/>
              <a:gd name="connsiteX164" fmla="*/ 111088 w 237342"/>
              <a:gd name="connsiteY164" fmla="*/ 148618 h 237342"/>
              <a:gd name="connsiteX165" fmla="*/ 111297 w 237342"/>
              <a:gd name="connsiteY165" fmla="*/ 148540 h 237342"/>
              <a:gd name="connsiteX166" fmla="*/ 111507 w 237342"/>
              <a:gd name="connsiteY166" fmla="*/ 148458 h 237342"/>
              <a:gd name="connsiteX167" fmla="*/ 111706 w 237342"/>
              <a:gd name="connsiteY167" fmla="*/ 148376 h 237342"/>
              <a:gd name="connsiteX168" fmla="*/ 111904 w 237342"/>
              <a:gd name="connsiteY168" fmla="*/ 148283 h 237342"/>
              <a:gd name="connsiteX169" fmla="*/ 112108 w 237342"/>
              <a:gd name="connsiteY169" fmla="*/ 148190 h 237342"/>
              <a:gd name="connsiteX170" fmla="*/ 112301 w 237342"/>
              <a:gd name="connsiteY170" fmla="*/ 148092 h 237342"/>
              <a:gd name="connsiteX171" fmla="*/ 112489 w 237342"/>
              <a:gd name="connsiteY171" fmla="*/ 147995 h 237342"/>
              <a:gd name="connsiteX172" fmla="*/ 112676 w 237342"/>
              <a:gd name="connsiteY172" fmla="*/ 147897 h 237342"/>
              <a:gd name="connsiteX173" fmla="*/ 112864 w 237342"/>
              <a:gd name="connsiteY173" fmla="*/ 147794 h 237342"/>
              <a:gd name="connsiteX174" fmla="*/ 113040 w 237342"/>
              <a:gd name="connsiteY174" fmla="*/ 147686 h 237342"/>
              <a:gd name="connsiteX175" fmla="*/ 113211 w 237342"/>
              <a:gd name="connsiteY175" fmla="*/ 147572 h 237342"/>
              <a:gd name="connsiteX176" fmla="*/ 113377 w 237342"/>
              <a:gd name="connsiteY176" fmla="*/ 147464 h 237342"/>
              <a:gd name="connsiteX177" fmla="*/ 113542 w 237342"/>
              <a:gd name="connsiteY177" fmla="*/ 147351 h 237342"/>
              <a:gd name="connsiteX178" fmla="*/ 113697 w 237342"/>
              <a:gd name="connsiteY178" fmla="*/ 147238 h 237342"/>
              <a:gd name="connsiteX179" fmla="*/ 113840 w 237342"/>
              <a:gd name="connsiteY179" fmla="*/ 147119 h 237342"/>
              <a:gd name="connsiteX180" fmla="*/ 113984 w 237342"/>
              <a:gd name="connsiteY180" fmla="*/ 147001 h 237342"/>
              <a:gd name="connsiteX181" fmla="*/ 114116 w 237342"/>
              <a:gd name="connsiteY181" fmla="*/ 146877 h 237342"/>
              <a:gd name="connsiteX182" fmla="*/ 162118 w 237342"/>
              <a:gd name="connsiteY182" fmla="*/ 101972 h 237342"/>
              <a:gd name="connsiteX183" fmla="*/ 162245 w 237342"/>
              <a:gd name="connsiteY183" fmla="*/ 101843 h 237342"/>
              <a:gd name="connsiteX184" fmla="*/ 162361 w 237342"/>
              <a:gd name="connsiteY184" fmla="*/ 101714 h 237342"/>
              <a:gd name="connsiteX185" fmla="*/ 162465 w 237342"/>
              <a:gd name="connsiteY185" fmla="*/ 101585 h 237342"/>
              <a:gd name="connsiteX186" fmla="*/ 162570 w 237342"/>
              <a:gd name="connsiteY186" fmla="*/ 101452 h 237342"/>
              <a:gd name="connsiteX187" fmla="*/ 162658 w 237342"/>
              <a:gd name="connsiteY187" fmla="*/ 101313 h 237342"/>
              <a:gd name="connsiteX188" fmla="*/ 162747 w 237342"/>
              <a:gd name="connsiteY188" fmla="*/ 101163 h 237342"/>
              <a:gd name="connsiteX189" fmla="*/ 162824 w 237342"/>
              <a:gd name="connsiteY189" fmla="*/ 101019 h 237342"/>
              <a:gd name="connsiteX190" fmla="*/ 162896 w 237342"/>
              <a:gd name="connsiteY190" fmla="*/ 100870 h 237342"/>
              <a:gd name="connsiteX191" fmla="*/ 162956 w 237342"/>
              <a:gd name="connsiteY191" fmla="*/ 100721 h 237342"/>
              <a:gd name="connsiteX192" fmla="*/ 163006 w 237342"/>
              <a:gd name="connsiteY192" fmla="*/ 100566 h 237342"/>
              <a:gd name="connsiteX193" fmla="*/ 163050 w 237342"/>
              <a:gd name="connsiteY193" fmla="*/ 100412 h 237342"/>
              <a:gd name="connsiteX194" fmla="*/ 163089 w 237342"/>
              <a:gd name="connsiteY194" fmla="*/ 100257 h 237342"/>
              <a:gd name="connsiteX195" fmla="*/ 163116 w 237342"/>
              <a:gd name="connsiteY195" fmla="*/ 100098 h 237342"/>
              <a:gd name="connsiteX196" fmla="*/ 163133 w 237342"/>
              <a:gd name="connsiteY196" fmla="*/ 99938 h 237342"/>
              <a:gd name="connsiteX197" fmla="*/ 163144 w 237342"/>
              <a:gd name="connsiteY197" fmla="*/ 99778 h 237342"/>
              <a:gd name="connsiteX198" fmla="*/ 163149 w 237342"/>
              <a:gd name="connsiteY198" fmla="*/ 99624 h 237342"/>
              <a:gd name="connsiteX199" fmla="*/ 163144 w 237342"/>
              <a:gd name="connsiteY199" fmla="*/ 99464 h 237342"/>
              <a:gd name="connsiteX200" fmla="*/ 163133 w 237342"/>
              <a:gd name="connsiteY200" fmla="*/ 99300 h 237342"/>
              <a:gd name="connsiteX201" fmla="*/ 163111 w 237342"/>
              <a:gd name="connsiteY201" fmla="*/ 99145 h 237342"/>
              <a:gd name="connsiteX202" fmla="*/ 163083 w 237342"/>
              <a:gd name="connsiteY202" fmla="*/ 98986 h 237342"/>
              <a:gd name="connsiteX203" fmla="*/ 163044 w 237342"/>
              <a:gd name="connsiteY203" fmla="*/ 98831 h 237342"/>
              <a:gd name="connsiteX204" fmla="*/ 163000 w 237342"/>
              <a:gd name="connsiteY204" fmla="*/ 98672 h 237342"/>
              <a:gd name="connsiteX205" fmla="*/ 162951 w 237342"/>
              <a:gd name="connsiteY205" fmla="*/ 98522 h 237342"/>
              <a:gd name="connsiteX206" fmla="*/ 162890 w 237342"/>
              <a:gd name="connsiteY206" fmla="*/ 98373 h 237342"/>
              <a:gd name="connsiteX207" fmla="*/ 162818 w 237342"/>
              <a:gd name="connsiteY207" fmla="*/ 98224 h 237342"/>
              <a:gd name="connsiteX208" fmla="*/ 162736 w 237342"/>
              <a:gd name="connsiteY208" fmla="*/ 98074 h 237342"/>
              <a:gd name="connsiteX209" fmla="*/ 162653 w 237342"/>
              <a:gd name="connsiteY209" fmla="*/ 97936 h 237342"/>
              <a:gd name="connsiteX210" fmla="*/ 162559 w 237342"/>
              <a:gd name="connsiteY210" fmla="*/ 97797 h 237342"/>
              <a:gd name="connsiteX211" fmla="*/ 162460 w 237342"/>
              <a:gd name="connsiteY211" fmla="*/ 97663 h 237342"/>
              <a:gd name="connsiteX212" fmla="*/ 162349 w 237342"/>
              <a:gd name="connsiteY212" fmla="*/ 97529 h 237342"/>
              <a:gd name="connsiteX213" fmla="*/ 162234 w 237342"/>
              <a:gd name="connsiteY213" fmla="*/ 97400 h 237342"/>
              <a:gd name="connsiteX214" fmla="*/ 162101 w 237342"/>
              <a:gd name="connsiteY214" fmla="*/ 97277 h 237342"/>
              <a:gd name="connsiteX215" fmla="*/ 153254 w 237342"/>
              <a:gd name="connsiteY215" fmla="*/ 89071 h 237342"/>
              <a:gd name="connsiteX216" fmla="*/ 153122 w 237342"/>
              <a:gd name="connsiteY216" fmla="*/ 88957 h 237342"/>
              <a:gd name="connsiteX217" fmla="*/ 152984 w 237342"/>
              <a:gd name="connsiteY217" fmla="*/ 88849 h 237342"/>
              <a:gd name="connsiteX218" fmla="*/ 152841 w 237342"/>
              <a:gd name="connsiteY218" fmla="*/ 88746 h 237342"/>
              <a:gd name="connsiteX219" fmla="*/ 152697 w 237342"/>
              <a:gd name="connsiteY219" fmla="*/ 88654 h 237342"/>
              <a:gd name="connsiteX220" fmla="*/ 152548 w 237342"/>
              <a:gd name="connsiteY220" fmla="*/ 88566 h 237342"/>
              <a:gd name="connsiteX221" fmla="*/ 152394 w 237342"/>
              <a:gd name="connsiteY221" fmla="*/ 88489 h 237342"/>
              <a:gd name="connsiteX222" fmla="*/ 152234 w 237342"/>
              <a:gd name="connsiteY222" fmla="*/ 88412 h 237342"/>
              <a:gd name="connsiteX223" fmla="*/ 152074 w 237342"/>
              <a:gd name="connsiteY223" fmla="*/ 88350 h 237342"/>
              <a:gd name="connsiteX224" fmla="*/ 151914 w 237342"/>
              <a:gd name="connsiteY224" fmla="*/ 88293 h 237342"/>
              <a:gd name="connsiteX225" fmla="*/ 151754 w 237342"/>
              <a:gd name="connsiteY225" fmla="*/ 88247 h 237342"/>
              <a:gd name="connsiteX226" fmla="*/ 151583 w 237342"/>
              <a:gd name="connsiteY226" fmla="*/ 88206 h 237342"/>
              <a:gd name="connsiteX227" fmla="*/ 151412 w 237342"/>
              <a:gd name="connsiteY227" fmla="*/ 88170 h 237342"/>
              <a:gd name="connsiteX228" fmla="*/ 151247 w 237342"/>
              <a:gd name="connsiteY228" fmla="*/ 88144 h 237342"/>
              <a:gd name="connsiteX229" fmla="*/ 151076 w 237342"/>
              <a:gd name="connsiteY229" fmla="*/ 88129 h 237342"/>
              <a:gd name="connsiteX230" fmla="*/ 150905 w 237342"/>
              <a:gd name="connsiteY230" fmla="*/ 88118 h 237342"/>
              <a:gd name="connsiteX231" fmla="*/ 118671 w 237342"/>
              <a:gd name="connsiteY231" fmla="*/ 0 h 237342"/>
              <a:gd name="connsiteX232" fmla="*/ 237342 w 237342"/>
              <a:gd name="connsiteY232" fmla="*/ 118671 h 237342"/>
              <a:gd name="connsiteX233" fmla="*/ 118671 w 237342"/>
              <a:gd name="connsiteY233" fmla="*/ 237342 h 237342"/>
              <a:gd name="connsiteX234" fmla="*/ 0 w 237342"/>
              <a:gd name="connsiteY234" fmla="*/ 118671 h 237342"/>
              <a:gd name="connsiteX235" fmla="*/ 118671 w 237342"/>
              <a:gd name="connsiteY235" fmla="*/ 0 h 23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237342" h="237342">
                <a:moveTo>
                  <a:pt x="150734" y="88113"/>
                </a:moveTo>
                <a:lnTo>
                  <a:pt x="150563" y="88118"/>
                </a:lnTo>
                <a:lnTo>
                  <a:pt x="150392" y="88129"/>
                </a:lnTo>
                <a:lnTo>
                  <a:pt x="150221" y="88149"/>
                </a:lnTo>
                <a:lnTo>
                  <a:pt x="150050" y="88175"/>
                </a:lnTo>
                <a:lnTo>
                  <a:pt x="149884" y="88211"/>
                </a:lnTo>
                <a:lnTo>
                  <a:pt x="149719" y="88252"/>
                </a:lnTo>
                <a:lnTo>
                  <a:pt x="149553" y="88298"/>
                </a:lnTo>
                <a:lnTo>
                  <a:pt x="149393" y="88355"/>
                </a:lnTo>
                <a:lnTo>
                  <a:pt x="149233" y="88422"/>
                </a:lnTo>
                <a:lnTo>
                  <a:pt x="149079" y="88499"/>
                </a:lnTo>
                <a:lnTo>
                  <a:pt x="148925" y="88576"/>
                </a:lnTo>
                <a:lnTo>
                  <a:pt x="148770" y="88664"/>
                </a:lnTo>
                <a:lnTo>
                  <a:pt x="148627" y="88757"/>
                </a:lnTo>
                <a:lnTo>
                  <a:pt x="148489" y="88860"/>
                </a:lnTo>
                <a:lnTo>
                  <a:pt x="148351" y="88968"/>
                </a:lnTo>
                <a:lnTo>
                  <a:pt x="148219" y="89091"/>
                </a:lnTo>
                <a:lnTo>
                  <a:pt x="108639" y="126121"/>
                </a:lnTo>
                <a:lnTo>
                  <a:pt x="108501" y="126234"/>
                </a:lnTo>
                <a:lnTo>
                  <a:pt x="108369" y="126342"/>
                </a:lnTo>
                <a:lnTo>
                  <a:pt x="108225" y="126450"/>
                </a:lnTo>
                <a:lnTo>
                  <a:pt x="108082" y="126543"/>
                </a:lnTo>
                <a:lnTo>
                  <a:pt x="107933" y="126630"/>
                </a:lnTo>
                <a:lnTo>
                  <a:pt x="107779" y="126713"/>
                </a:lnTo>
                <a:lnTo>
                  <a:pt x="107619" y="126785"/>
                </a:lnTo>
                <a:lnTo>
                  <a:pt x="107464" y="126847"/>
                </a:lnTo>
                <a:lnTo>
                  <a:pt x="107304" y="126903"/>
                </a:lnTo>
                <a:lnTo>
                  <a:pt x="107133" y="126950"/>
                </a:lnTo>
                <a:lnTo>
                  <a:pt x="106968" y="126991"/>
                </a:lnTo>
                <a:lnTo>
                  <a:pt x="106802" y="127027"/>
                </a:lnTo>
                <a:lnTo>
                  <a:pt x="106637" y="127058"/>
                </a:lnTo>
                <a:lnTo>
                  <a:pt x="106460" y="127078"/>
                </a:lnTo>
                <a:lnTo>
                  <a:pt x="106289" y="127089"/>
                </a:lnTo>
                <a:lnTo>
                  <a:pt x="106124" y="127094"/>
                </a:lnTo>
                <a:lnTo>
                  <a:pt x="105953" y="127089"/>
                </a:lnTo>
                <a:lnTo>
                  <a:pt x="105776" y="127078"/>
                </a:lnTo>
                <a:lnTo>
                  <a:pt x="105611" y="127058"/>
                </a:lnTo>
                <a:lnTo>
                  <a:pt x="105440" y="127027"/>
                </a:lnTo>
                <a:lnTo>
                  <a:pt x="105274" y="126996"/>
                </a:lnTo>
                <a:lnTo>
                  <a:pt x="105103" y="126955"/>
                </a:lnTo>
                <a:lnTo>
                  <a:pt x="104944" y="126903"/>
                </a:lnTo>
                <a:lnTo>
                  <a:pt x="104784" y="126847"/>
                </a:lnTo>
                <a:lnTo>
                  <a:pt x="104624" y="126785"/>
                </a:lnTo>
                <a:lnTo>
                  <a:pt x="104469" y="126713"/>
                </a:lnTo>
                <a:lnTo>
                  <a:pt x="104309" y="126636"/>
                </a:lnTo>
                <a:lnTo>
                  <a:pt x="104160" y="126548"/>
                </a:lnTo>
                <a:lnTo>
                  <a:pt x="104017" y="126455"/>
                </a:lnTo>
                <a:lnTo>
                  <a:pt x="103879" y="126347"/>
                </a:lnTo>
                <a:lnTo>
                  <a:pt x="103741" y="126239"/>
                </a:lnTo>
                <a:lnTo>
                  <a:pt x="103603" y="126126"/>
                </a:lnTo>
                <a:lnTo>
                  <a:pt x="89163" y="112669"/>
                </a:lnTo>
                <a:lnTo>
                  <a:pt x="89026" y="112556"/>
                </a:lnTo>
                <a:lnTo>
                  <a:pt x="88893" y="112448"/>
                </a:lnTo>
                <a:lnTo>
                  <a:pt x="88750" y="112345"/>
                </a:lnTo>
                <a:lnTo>
                  <a:pt x="88606" y="112252"/>
                </a:lnTo>
                <a:lnTo>
                  <a:pt x="88457" y="112159"/>
                </a:lnTo>
                <a:lnTo>
                  <a:pt x="88303" y="112082"/>
                </a:lnTo>
                <a:lnTo>
                  <a:pt x="88143" y="112010"/>
                </a:lnTo>
                <a:lnTo>
                  <a:pt x="87989" y="111948"/>
                </a:lnTo>
                <a:lnTo>
                  <a:pt x="87829" y="111892"/>
                </a:lnTo>
                <a:lnTo>
                  <a:pt x="87658" y="111840"/>
                </a:lnTo>
                <a:lnTo>
                  <a:pt x="87492" y="111799"/>
                </a:lnTo>
                <a:lnTo>
                  <a:pt x="87327" y="111768"/>
                </a:lnTo>
                <a:lnTo>
                  <a:pt x="87156" y="111742"/>
                </a:lnTo>
                <a:lnTo>
                  <a:pt x="86985" y="111722"/>
                </a:lnTo>
                <a:lnTo>
                  <a:pt x="86814" y="111712"/>
                </a:lnTo>
                <a:lnTo>
                  <a:pt x="86643" y="111706"/>
                </a:lnTo>
                <a:lnTo>
                  <a:pt x="86477" y="111712"/>
                </a:lnTo>
                <a:lnTo>
                  <a:pt x="86301" y="111722"/>
                </a:lnTo>
                <a:lnTo>
                  <a:pt x="86130" y="111742"/>
                </a:lnTo>
                <a:lnTo>
                  <a:pt x="85964" y="111768"/>
                </a:lnTo>
                <a:lnTo>
                  <a:pt x="85799" y="111799"/>
                </a:lnTo>
                <a:lnTo>
                  <a:pt x="85628" y="111840"/>
                </a:lnTo>
                <a:lnTo>
                  <a:pt x="85463" y="111892"/>
                </a:lnTo>
                <a:lnTo>
                  <a:pt x="85303" y="111948"/>
                </a:lnTo>
                <a:lnTo>
                  <a:pt x="85143" y="112010"/>
                </a:lnTo>
                <a:lnTo>
                  <a:pt x="84988" y="112082"/>
                </a:lnTo>
                <a:lnTo>
                  <a:pt x="84834" y="112159"/>
                </a:lnTo>
                <a:lnTo>
                  <a:pt x="84685" y="112252"/>
                </a:lnTo>
                <a:lnTo>
                  <a:pt x="84541" y="112345"/>
                </a:lnTo>
                <a:lnTo>
                  <a:pt x="84398" y="112448"/>
                </a:lnTo>
                <a:lnTo>
                  <a:pt x="84255" y="112556"/>
                </a:lnTo>
                <a:lnTo>
                  <a:pt x="84128" y="112674"/>
                </a:lnTo>
                <a:lnTo>
                  <a:pt x="75231" y="120978"/>
                </a:lnTo>
                <a:lnTo>
                  <a:pt x="75104" y="121101"/>
                </a:lnTo>
                <a:lnTo>
                  <a:pt x="74988" y="121225"/>
                </a:lnTo>
                <a:lnTo>
                  <a:pt x="74884" y="121364"/>
                </a:lnTo>
                <a:lnTo>
                  <a:pt x="74779" y="121498"/>
                </a:lnTo>
                <a:lnTo>
                  <a:pt x="74691" y="121637"/>
                </a:lnTo>
                <a:lnTo>
                  <a:pt x="74602" y="121776"/>
                </a:lnTo>
                <a:lnTo>
                  <a:pt x="74520" y="121930"/>
                </a:lnTo>
                <a:lnTo>
                  <a:pt x="74453" y="122074"/>
                </a:lnTo>
                <a:lnTo>
                  <a:pt x="74393" y="122224"/>
                </a:lnTo>
                <a:lnTo>
                  <a:pt x="74338" y="122378"/>
                </a:lnTo>
                <a:lnTo>
                  <a:pt x="74294" y="122538"/>
                </a:lnTo>
                <a:lnTo>
                  <a:pt x="74260" y="122692"/>
                </a:lnTo>
                <a:lnTo>
                  <a:pt x="74233" y="122847"/>
                </a:lnTo>
                <a:lnTo>
                  <a:pt x="74211" y="123006"/>
                </a:lnTo>
                <a:lnTo>
                  <a:pt x="74200" y="123166"/>
                </a:lnTo>
                <a:lnTo>
                  <a:pt x="74194" y="123331"/>
                </a:lnTo>
                <a:lnTo>
                  <a:pt x="74200" y="123485"/>
                </a:lnTo>
                <a:lnTo>
                  <a:pt x="74211" y="123645"/>
                </a:lnTo>
                <a:lnTo>
                  <a:pt x="74227" y="123804"/>
                </a:lnTo>
                <a:lnTo>
                  <a:pt x="74260" y="123964"/>
                </a:lnTo>
                <a:lnTo>
                  <a:pt x="74294" y="124118"/>
                </a:lnTo>
                <a:lnTo>
                  <a:pt x="74338" y="124273"/>
                </a:lnTo>
                <a:lnTo>
                  <a:pt x="74387" y="124427"/>
                </a:lnTo>
                <a:lnTo>
                  <a:pt x="74448" y="124582"/>
                </a:lnTo>
                <a:lnTo>
                  <a:pt x="74520" y="124731"/>
                </a:lnTo>
                <a:lnTo>
                  <a:pt x="74602" y="124875"/>
                </a:lnTo>
                <a:lnTo>
                  <a:pt x="74685" y="125014"/>
                </a:lnTo>
                <a:lnTo>
                  <a:pt x="74779" y="125158"/>
                </a:lnTo>
                <a:lnTo>
                  <a:pt x="74878" y="125297"/>
                </a:lnTo>
                <a:lnTo>
                  <a:pt x="74983" y="125426"/>
                </a:lnTo>
                <a:lnTo>
                  <a:pt x="75099" y="125554"/>
                </a:lnTo>
                <a:lnTo>
                  <a:pt x="75226" y="125678"/>
                </a:lnTo>
                <a:lnTo>
                  <a:pt x="97834" y="146872"/>
                </a:lnTo>
                <a:lnTo>
                  <a:pt x="97966" y="147001"/>
                </a:lnTo>
                <a:lnTo>
                  <a:pt x="98104" y="147119"/>
                </a:lnTo>
                <a:lnTo>
                  <a:pt x="98259" y="147233"/>
                </a:lnTo>
                <a:lnTo>
                  <a:pt x="98408" y="147346"/>
                </a:lnTo>
                <a:lnTo>
                  <a:pt x="98568" y="147459"/>
                </a:lnTo>
                <a:lnTo>
                  <a:pt x="98733" y="147572"/>
                </a:lnTo>
                <a:lnTo>
                  <a:pt x="98909" y="147686"/>
                </a:lnTo>
                <a:lnTo>
                  <a:pt x="99086" y="147789"/>
                </a:lnTo>
                <a:lnTo>
                  <a:pt x="99268" y="147892"/>
                </a:lnTo>
                <a:lnTo>
                  <a:pt x="99456" y="147995"/>
                </a:lnTo>
                <a:lnTo>
                  <a:pt x="99649" y="148092"/>
                </a:lnTo>
                <a:lnTo>
                  <a:pt x="99842" y="148185"/>
                </a:lnTo>
                <a:lnTo>
                  <a:pt x="100040" y="148283"/>
                </a:lnTo>
                <a:lnTo>
                  <a:pt x="100239" y="148370"/>
                </a:lnTo>
                <a:lnTo>
                  <a:pt x="100448" y="148458"/>
                </a:lnTo>
                <a:lnTo>
                  <a:pt x="100647" y="148540"/>
                </a:lnTo>
                <a:lnTo>
                  <a:pt x="100856" y="148618"/>
                </a:lnTo>
                <a:lnTo>
                  <a:pt x="101066" y="148690"/>
                </a:lnTo>
                <a:lnTo>
                  <a:pt x="101276" y="148757"/>
                </a:lnTo>
                <a:lnTo>
                  <a:pt x="101485" y="148823"/>
                </a:lnTo>
                <a:lnTo>
                  <a:pt x="101695" y="148885"/>
                </a:lnTo>
                <a:lnTo>
                  <a:pt x="101904" y="148947"/>
                </a:lnTo>
                <a:lnTo>
                  <a:pt x="102114" y="148998"/>
                </a:lnTo>
                <a:lnTo>
                  <a:pt x="102318" y="149045"/>
                </a:lnTo>
                <a:lnTo>
                  <a:pt x="102528" y="149086"/>
                </a:lnTo>
                <a:lnTo>
                  <a:pt x="102732" y="149122"/>
                </a:lnTo>
                <a:lnTo>
                  <a:pt x="102930" y="149158"/>
                </a:lnTo>
                <a:lnTo>
                  <a:pt x="103134" y="149184"/>
                </a:lnTo>
                <a:lnTo>
                  <a:pt x="103333" y="149204"/>
                </a:lnTo>
                <a:lnTo>
                  <a:pt x="103526" y="149220"/>
                </a:lnTo>
                <a:lnTo>
                  <a:pt x="103714" y="149225"/>
                </a:lnTo>
                <a:lnTo>
                  <a:pt x="103901" y="149230"/>
                </a:lnTo>
                <a:lnTo>
                  <a:pt x="108049" y="149230"/>
                </a:lnTo>
                <a:lnTo>
                  <a:pt x="108231" y="149225"/>
                </a:lnTo>
                <a:lnTo>
                  <a:pt x="108418" y="149220"/>
                </a:lnTo>
                <a:lnTo>
                  <a:pt x="108617" y="149204"/>
                </a:lnTo>
                <a:lnTo>
                  <a:pt x="108815" y="149184"/>
                </a:lnTo>
                <a:lnTo>
                  <a:pt x="109014" y="149158"/>
                </a:lnTo>
                <a:lnTo>
                  <a:pt x="109213" y="149127"/>
                </a:lnTo>
                <a:lnTo>
                  <a:pt x="109422" y="149086"/>
                </a:lnTo>
                <a:lnTo>
                  <a:pt x="109626" y="149045"/>
                </a:lnTo>
                <a:lnTo>
                  <a:pt x="109830" y="148998"/>
                </a:lnTo>
                <a:lnTo>
                  <a:pt x="110045" y="148947"/>
                </a:lnTo>
                <a:lnTo>
                  <a:pt x="110255" y="148885"/>
                </a:lnTo>
                <a:lnTo>
                  <a:pt x="110465" y="148823"/>
                </a:lnTo>
                <a:lnTo>
                  <a:pt x="110669" y="148762"/>
                </a:lnTo>
                <a:lnTo>
                  <a:pt x="110884" y="148690"/>
                </a:lnTo>
                <a:lnTo>
                  <a:pt x="111088" y="148618"/>
                </a:lnTo>
                <a:lnTo>
                  <a:pt x="111297" y="148540"/>
                </a:lnTo>
                <a:lnTo>
                  <a:pt x="111507" y="148458"/>
                </a:lnTo>
                <a:lnTo>
                  <a:pt x="111706" y="148376"/>
                </a:lnTo>
                <a:lnTo>
                  <a:pt x="111904" y="148283"/>
                </a:lnTo>
                <a:lnTo>
                  <a:pt x="112108" y="148190"/>
                </a:lnTo>
                <a:lnTo>
                  <a:pt x="112301" y="148092"/>
                </a:lnTo>
                <a:lnTo>
                  <a:pt x="112489" y="147995"/>
                </a:lnTo>
                <a:lnTo>
                  <a:pt x="112676" y="147897"/>
                </a:lnTo>
                <a:lnTo>
                  <a:pt x="112864" y="147794"/>
                </a:lnTo>
                <a:lnTo>
                  <a:pt x="113040" y="147686"/>
                </a:lnTo>
                <a:lnTo>
                  <a:pt x="113211" y="147572"/>
                </a:lnTo>
                <a:lnTo>
                  <a:pt x="113377" y="147464"/>
                </a:lnTo>
                <a:lnTo>
                  <a:pt x="113542" y="147351"/>
                </a:lnTo>
                <a:lnTo>
                  <a:pt x="113697" y="147238"/>
                </a:lnTo>
                <a:lnTo>
                  <a:pt x="113840" y="147119"/>
                </a:lnTo>
                <a:lnTo>
                  <a:pt x="113984" y="147001"/>
                </a:lnTo>
                <a:lnTo>
                  <a:pt x="114116" y="146877"/>
                </a:lnTo>
                <a:lnTo>
                  <a:pt x="162118" y="101972"/>
                </a:lnTo>
                <a:lnTo>
                  <a:pt x="162245" y="101843"/>
                </a:lnTo>
                <a:lnTo>
                  <a:pt x="162361" y="101714"/>
                </a:lnTo>
                <a:lnTo>
                  <a:pt x="162465" y="101585"/>
                </a:lnTo>
                <a:lnTo>
                  <a:pt x="162570" y="101452"/>
                </a:lnTo>
                <a:lnTo>
                  <a:pt x="162658" y="101313"/>
                </a:lnTo>
                <a:lnTo>
                  <a:pt x="162747" y="101163"/>
                </a:lnTo>
                <a:lnTo>
                  <a:pt x="162824" y="101019"/>
                </a:lnTo>
                <a:lnTo>
                  <a:pt x="162896" y="100870"/>
                </a:lnTo>
                <a:lnTo>
                  <a:pt x="162956" y="100721"/>
                </a:lnTo>
                <a:lnTo>
                  <a:pt x="163006" y="100566"/>
                </a:lnTo>
                <a:lnTo>
                  <a:pt x="163050" y="100412"/>
                </a:lnTo>
                <a:lnTo>
                  <a:pt x="163089" y="100257"/>
                </a:lnTo>
                <a:lnTo>
                  <a:pt x="163116" y="100098"/>
                </a:lnTo>
                <a:lnTo>
                  <a:pt x="163133" y="99938"/>
                </a:lnTo>
                <a:lnTo>
                  <a:pt x="163144" y="99778"/>
                </a:lnTo>
                <a:lnTo>
                  <a:pt x="163149" y="99624"/>
                </a:lnTo>
                <a:lnTo>
                  <a:pt x="163144" y="99464"/>
                </a:lnTo>
                <a:lnTo>
                  <a:pt x="163133" y="99300"/>
                </a:lnTo>
                <a:lnTo>
                  <a:pt x="163111" y="99145"/>
                </a:lnTo>
                <a:lnTo>
                  <a:pt x="163083" y="98986"/>
                </a:lnTo>
                <a:lnTo>
                  <a:pt x="163044" y="98831"/>
                </a:lnTo>
                <a:lnTo>
                  <a:pt x="163000" y="98672"/>
                </a:lnTo>
                <a:lnTo>
                  <a:pt x="162951" y="98522"/>
                </a:lnTo>
                <a:lnTo>
                  <a:pt x="162890" y="98373"/>
                </a:lnTo>
                <a:lnTo>
                  <a:pt x="162818" y="98224"/>
                </a:lnTo>
                <a:lnTo>
                  <a:pt x="162736" y="98074"/>
                </a:lnTo>
                <a:lnTo>
                  <a:pt x="162653" y="97936"/>
                </a:lnTo>
                <a:lnTo>
                  <a:pt x="162559" y="97797"/>
                </a:lnTo>
                <a:lnTo>
                  <a:pt x="162460" y="97663"/>
                </a:lnTo>
                <a:lnTo>
                  <a:pt x="162349" y="97529"/>
                </a:lnTo>
                <a:lnTo>
                  <a:pt x="162234" y="97400"/>
                </a:lnTo>
                <a:lnTo>
                  <a:pt x="162101" y="97277"/>
                </a:lnTo>
                <a:lnTo>
                  <a:pt x="153254" y="89071"/>
                </a:lnTo>
                <a:lnTo>
                  <a:pt x="153122" y="88957"/>
                </a:lnTo>
                <a:lnTo>
                  <a:pt x="152984" y="88849"/>
                </a:lnTo>
                <a:lnTo>
                  <a:pt x="152841" y="88746"/>
                </a:lnTo>
                <a:lnTo>
                  <a:pt x="152697" y="88654"/>
                </a:lnTo>
                <a:lnTo>
                  <a:pt x="152548" y="88566"/>
                </a:lnTo>
                <a:lnTo>
                  <a:pt x="152394" y="88489"/>
                </a:lnTo>
                <a:lnTo>
                  <a:pt x="152234" y="88412"/>
                </a:lnTo>
                <a:lnTo>
                  <a:pt x="152074" y="88350"/>
                </a:lnTo>
                <a:lnTo>
                  <a:pt x="151914" y="88293"/>
                </a:lnTo>
                <a:lnTo>
                  <a:pt x="151754" y="88247"/>
                </a:lnTo>
                <a:lnTo>
                  <a:pt x="151583" y="88206"/>
                </a:lnTo>
                <a:lnTo>
                  <a:pt x="151412" y="88170"/>
                </a:lnTo>
                <a:lnTo>
                  <a:pt x="151247" y="88144"/>
                </a:lnTo>
                <a:lnTo>
                  <a:pt x="151076" y="88129"/>
                </a:lnTo>
                <a:lnTo>
                  <a:pt x="150905" y="88118"/>
                </a:lnTo>
                <a:close/>
                <a:moveTo>
                  <a:pt x="118671" y="0"/>
                </a:moveTo>
                <a:cubicBezTo>
                  <a:pt x="184211" y="0"/>
                  <a:pt x="237342" y="53131"/>
                  <a:pt x="237342" y="118671"/>
                </a:cubicBezTo>
                <a:cubicBezTo>
                  <a:pt x="237342" y="184211"/>
                  <a:pt x="184211" y="237342"/>
                  <a:pt x="118671" y="237342"/>
                </a:cubicBezTo>
                <a:cubicBezTo>
                  <a:pt x="53131" y="237342"/>
                  <a:pt x="0" y="184211"/>
                  <a:pt x="0" y="118671"/>
                </a:cubicBezTo>
                <a:cubicBezTo>
                  <a:pt x="0" y="53131"/>
                  <a:pt x="53131" y="0"/>
                  <a:pt x="118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>
              <a:solidFill>
                <a:schemeClr val="bg1"/>
              </a:solidFill>
              <a:latin typeface="League Spartan" pitchFamily="2" charset="77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0B670A-DFE7-261B-E23E-599F4F0B1CA3}"/>
              </a:ext>
            </a:extLst>
          </p:cNvPr>
          <p:cNvSpPr/>
          <p:nvPr/>
        </p:nvSpPr>
        <p:spPr>
          <a:xfrm>
            <a:off x="9998540" y="3345073"/>
            <a:ext cx="1811975" cy="51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bg1"/>
                </a:solidFill>
                <a:latin typeface="League Spartan" pitchFamily="2" charset="77"/>
              </a:rPr>
              <a:t>Item number 1</a:t>
            </a:r>
            <a:endParaRPr lang="en-US" sz="2000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E59C9-6A56-5F62-89F1-0BE49F7E2BAA}"/>
              </a:ext>
            </a:extLst>
          </p:cNvPr>
          <p:cNvSpPr txBox="1"/>
          <p:nvPr/>
        </p:nvSpPr>
        <p:spPr>
          <a:xfrm>
            <a:off x="0" y="-2049964"/>
            <a:ext cx="43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1. Group individual boxes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3632A9-D9ED-8E68-01ED-E41D2F1F187F}"/>
              </a:ext>
            </a:extLst>
          </p:cNvPr>
          <p:cNvSpPr txBox="1"/>
          <p:nvPr/>
        </p:nvSpPr>
        <p:spPr>
          <a:xfrm>
            <a:off x="0" y="-1648726"/>
            <a:ext cx="629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2. Group 2 boxes together, leave out the 3rd one!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833974-6754-115A-5EC4-73DD89C9AE65}"/>
              </a:ext>
            </a:extLst>
          </p:cNvPr>
          <p:cNvSpPr txBox="1"/>
          <p:nvPr/>
        </p:nvSpPr>
        <p:spPr>
          <a:xfrm>
            <a:off x="0" y="-1247488"/>
            <a:ext cx="629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3. Try grouping everything and see differences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D971D-4B9D-9A9A-6565-60B0FDCC8AF2}"/>
              </a:ext>
            </a:extLst>
          </p:cNvPr>
          <p:cNvSpPr txBox="1"/>
          <p:nvPr/>
        </p:nvSpPr>
        <p:spPr>
          <a:xfrm>
            <a:off x="21215" y="-878366"/>
            <a:ext cx="788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Bonus! Explain alignment when grouped and ungrouped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B94B6-1403-9A2E-08BC-144E3072BD12}"/>
              </a:ext>
            </a:extLst>
          </p:cNvPr>
          <p:cNvSpPr txBox="1"/>
          <p:nvPr/>
        </p:nvSpPr>
        <p:spPr>
          <a:xfrm>
            <a:off x="967665" y="1077564"/>
            <a:ext cx="2949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</a:rPr>
              <a:t>⌘+Option+G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B23D9F-5F66-5178-EBE3-890279841B8B}"/>
              </a:ext>
            </a:extLst>
          </p:cNvPr>
          <p:cNvSpPr txBox="1"/>
          <p:nvPr/>
        </p:nvSpPr>
        <p:spPr>
          <a:xfrm>
            <a:off x="967665" y="421797"/>
            <a:ext cx="2949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i="0" dirty="0">
                <a:solidFill>
                  <a:schemeClr val="bg1"/>
                </a:solidFill>
                <a:effectLst/>
              </a:rPr>
              <a:t>CTRL+G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D9B360-5D0D-F770-4EBD-047E29776B3D}"/>
              </a:ext>
            </a:extLst>
          </p:cNvPr>
          <p:cNvSpPr txBox="1"/>
          <p:nvPr/>
        </p:nvSpPr>
        <p:spPr>
          <a:xfrm>
            <a:off x="-10985" y="-510092"/>
            <a:ext cx="788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pc="100" dirty="0">
                <a:ea typeface="Roboto Medium" panose="02000000000000000000" pitchFamily="2" charset="0"/>
                <a:cs typeface="Poppins" panose="00000500000000000000" pitchFamily="2" charset="0"/>
              </a:rPr>
              <a:t>4. Ungroup items</a:t>
            </a:r>
            <a:endParaRPr lang="en-US" spc="100" dirty="0"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C15A17-254B-32C8-E7A6-07F5F56BE9D5}"/>
              </a:ext>
            </a:extLst>
          </p:cNvPr>
          <p:cNvSpPr txBox="1"/>
          <p:nvPr/>
        </p:nvSpPr>
        <p:spPr>
          <a:xfrm>
            <a:off x="6583194" y="1019167"/>
            <a:ext cx="56088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</a:rPr>
              <a:t>⌘+Option+</a:t>
            </a:r>
            <a:r>
              <a:rPr lang="pl-PL" sz="3200" b="1" i="0" dirty="0">
                <a:solidFill>
                  <a:schemeClr val="bg1"/>
                </a:solidFill>
                <a:effectLst/>
              </a:rPr>
              <a:t>SHIFT+</a:t>
            </a:r>
            <a:r>
              <a:rPr lang="en-US" sz="3200" b="1" i="0" dirty="0">
                <a:solidFill>
                  <a:schemeClr val="bg1"/>
                </a:solidFill>
                <a:effectLst/>
              </a:rPr>
              <a:t>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5D4D1A-5FD7-D561-BEAF-4A4A4C958A56}"/>
              </a:ext>
            </a:extLst>
          </p:cNvPr>
          <p:cNvSpPr txBox="1"/>
          <p:nvPr/>
        </p:nvSpPr>
        <p:spPr>
          <a:xfrm>
            <a:off x="6583194" y="363400"/>
            <a:ext cx="2949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i="0" dirty="0">
                <a:solidFill>
                  <a:schemeClr val="bg1"/>
                </a:solidFill>
                <a:effectLst/>
              </a:rPr>
              <a:t>CTRL+SHIFT+G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911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573EA-27B4-7ADD-A68C-8C8F1531D4BF}"/>
              </a:ext>
            </a:extLst>
          </p:cNvPr>
          <p:cNvSpPr txBox="1"/>
          <p:nvPr/>
        </p:nvSpPr>
        <p:spPr>
          <a:xfrm>
            <a:off x="2141795" y="636062"/>
            <a:ext cx="7908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8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Grouping is your friend...for animation</a:t>
            </a:r>
            <a:endParaRPr lang="en-US" sz="48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579DA6-E523-AE39-8498-42A7EB18CDF4}"/>
              </a:ext>
            </a:extLst>
          </p:cNvPr>
          <p:cNvSpPr/>
          <p:nvPr/>
        </p:nvSpPr>
        <p:spPr>
          <a:xfrm>
            <a:off x="3849862" y="3847718"/>
            <a:ext cx="1105419" cy="11105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League Spartan" pitchFamily="2" charset="77"/>
                <a:cs typeface="Poppins SemiBold" panose="00000700000000000000" pitchFamily="2" charset="0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B8B71-0155-0CFE-1540-3C945D0C728E}"/>
              </a:ext>
            </a:extLst>
          </p:cNvPr>
          <p:cNvSpPr txBox="1"/>
          <p:nvPr/>
        </p:nvSpPr>
        <p:spPr>
          <a:xfrm>
            <a:off x="5364494" y="3847718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chemeClr val="accent5"/>
                </a:solidFill>
                <a:latin typeface="League Spartan" pitchFamily="2" charset="77"/>
                <a:cs typeface="Poppins SemiBold" panose="00000700000000000000" pitchFamily="2" charset="0"/>
              </a:rPr>
              <a:t>EXAMPLE BOX 1</a:t>
            </a:r>
            <a:endParaRPr lang="en-ID" sz="2800" dirty="0">
              <a:solidFill>
                <a:schemeClr val="accent5"/>
              </a:solidFill>
              <a:latin typeface="League Spartan" pitchFamily="2" charset="77"/>
              <a:cs typeface="Poppins SemiBold" panose="000007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B8C8CC-9658-6723-F251-0CFDAC2EBA9F}"/>
              </a:ext>
            </a:extLst>
          </p:cNvPr>
          <p:cNvSpPr/>
          <p:nvPr/>
        </p:nvSpPr>
        <p:spPr>
          <a:xfrm>
            <a:off x="5325492" y="4252467"/>
            <a:ext cx="2880000" cy="885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dirty="0">
                <a:solidFill>
                  <a:schemeClr val="bg1"/>
                </a:solidFill>
                <a:latin typeface="League Spartan" pitchFamily="2" charset="77"/>
              </a:rPr>
              <a:t>This is some cool example text, hello!</a:t>
            </a:r>
            <a:endParaRPr lang="en-US" dirty="0">
              <a:solidFill>
                <a:schemeClr val="bg1"/>
              </a:solidFill>
              <a:latin typeface="League Spartan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3987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Text formatting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365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86F53-8358-64A4-9985-66C3F8226215}"/>
              </a:ext>
            </a:extLst>
          </p:cNvPr>
          <p:cNvSpPr txBox="1"/>
          <p:nvPr/>
        </p:nvSpPr>
        <p:spPr>
          <a:xfrm>
            <a:off x="1725637" y="3554571"/>
            <a:ext cx="874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b="1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D2BF9-12EF-E1A8-675F-46955B5A156C}"/>
              </a:ext>
            </a:extLst>
          </p:cNvPr>
          <p:cNvSpPr txBox="1"/>
          <p:nvPr/>
        </p:nvSpPr>
        <p:spPr>
          <a:xfrm>
            <a:off x="2481211" y="175472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7BB7B-670B-A432-C2A3-27D5AF89DA00}"/>
              </a:ext>
            </a:extLst>
          </p:cNvPr>
          <p:cNvSpPr txBox="1"/>
          <p:nvPr/>
        </p:nvSpPr>
        <p:spPr>
          <a:xfrm>
            <a:off x="5016000" y="1754719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7AE80-E338-4A1D-25A9-6462494183D4}"/>
              </a:ext>
            </a:extLst>
          </p:cNvPr>
          <p:cNvSpPr txBox="1"/>
          <p:nvPr/>
        </p:nvSpPr>
        <p:spPr>
          <a:xfrm>
            <a:off x="7550789" y="1754718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60F33-DFCF-C8CF-7E60-4B5544870B39}"/>
              </a:ext>
            </a:extLst>
          </p:cNvPr>
          <p:cNvSpPr txBox="1"/>
          <p:nvPr/>
        </p:nvSpPr>
        <p:spPr>
          <a:xfrm>
            <a:off x="2770501" y="2300701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</a:t>
            </a:r>
            <a:r>
              <a:rPr lang="pl-PL" sz="3600" b="1" dirty="0">
                <a:solidFill>
                  <a:schemeClr val="bg1"/>
                </a:solidFill>
              </a:rPr>
              <a:t>B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40A3B-563E-46C4-0BE4-60F2A22B76E4}"/>
              </a:ext>
            </a:extLst>
          </p:cNvPr>
          <p:cNvSpPr txBox="1"/>
          <p:nvPr/>
        </p:nvSpPr>
        <p:spPr>
          <a:xfrm>
            <a:off x="5305290" y="2281305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</a:t>
            </a:r>
            <a:r>
              <a:rPr lang="pl-PL" sz="3600" b="1" dirty="0">
                <a:solidFill>
                  <a:schemeClr val="bg1"/>
                </a:solidFill>
              </a:rPr>
              <a:t>I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C59CD2-54E5-B7A7-DA18-32E83A9E0178}"/>
              </a:ext>
            </a:extLst>
          </p:cNvPr>
          <p:cNvSpPr txBox="1"/>
          <p:nvPr/>
        </p:nvSpPr>
        <p:spPr>
          <a:xfrm>
            <a:off x="7840079" y="2261909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</a:t>
            </a:r>
            <a:r>
              <a:rPr lang="pl-PL" sz="3600" b="1" dirty="0">
                <a:solidFill>
                  <a:schemeClr val="bg1"/>
                </a:solidFill>
              </a:rPr>
              <a:t>U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944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3B382D-267E-5D9F-42EA-0DAAE6890A02}"/>
              </a:ext>
            </a:extLst>
          </p:cNvPr>
          <p:cNvSpPr txBox="1"/>
          <p:nvPr/>
        </p:nvSpPr>
        <p:spPr>
          <a:xfrm>
            <a:off x="1725637" y="3683319"/>
            <a:ext cx="87407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76A39-497E-47A7-66E1-8DB94C05A91F}"/>
              </a:ext>
            </a:extLst>
          </p:cNvPr>
          <p:cNvSpPr txBox="1"/>
          <p:nvPr/>
        </p:nvSpPr>
        <p:spPr>
          <a:xfrm>
            <a:off x="1989155" y="1142235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C4E76-8839-84AA-E4C0-05C88AFF7B76}"/>
              </a:ext>
            </a:extLst>
          </p:cNvPr>
          <p:cNvSpPr txBox="1"/>
          <p:nvPr/>
        </p:nvSpPr>
        <p:spPr>
          <a:xfrm>
            <a:off x="5016000" y="723037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CD754-803D-E29D-C76C-719B55136F1E}"/>
              </a:ext>
            </a:extLst>
          </p:cNvPr>
          <p:cNvSpPr txBox="1"/>
          <p:nvPr/>
        </p:nvSpPr>
        <p:spPr>
          <a:xfrm>
            <a:off x="8192545" y="1142233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1A3F8-1D69-09C7-E8EE-C86F24B478DA}"/>
              </a:ext>
            </a:extLst>
          </p:cNvPr>
          <p:cNvSpPr txBox="1"/>
          <p:nvPr/>
        </p:nvSpPr>
        <p:spPr>
          <a:xfrm>
            <a:off x="5016000" y="1307812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CTRL+J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CB4F6-399D-C851-791B-115B663D4B59}"/>
              </a:ext>
            </a:extLst>
          </p:cNvPr>
          <p:cNvSpPr txBox="1"/>
          <p:nvPr/>
        </p:nvSpPr>
        <p:spPr>
          <a:xfrm>
            <a:off x="2320290" y="2058832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BAFA13-9E90-9EC0-3400-A113409E657C}"/>
              </a:ext>
            </a:extLst>
          </p:cNvPr>
          <p:cNvSpPr txBox="1"/>
          <p:nvPr/>
        </p:nvSpPr>
        <p:spPr>
          <a:xfrm>
            <a:off x="5185410" y="2019067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</a:t>
            </a:r>
            <a:r>
              <a:rPr lang="pl-PL" sz="3600" b="1" dirty="0">
                <a:solidFill>
                  <a:schemeClr val="bg1"/>
                </a:solidFill>
              </a:rPr>
              <a:t>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20FD04-CB99-AAB1-F638-D20BA7AD19BF}"/>
              </a:ext>
            </a:extLst>
          </p:cNvPr>
          <p:cNvSpPr txBox="1"/>
          <p:nvPr/>
        </p:nvSpPr>
        <p:spPr>
          <a:xfrm>
            <a:off x="5185410" y="2495560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</a:t>
            </a:r>
            <a:r>
              <a:rPr lang="pl-PL" sz="3600" b="1" dirty="0">
                <a:solidFill>
                  <a:schemeClr val="bg1"/>
                </a:solidFill>
              </a:rPr>
              <a:t>J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94B42-5E0C-3D00-6FF0-A6BB2B4EFEC8}"/>
              </a:ext>
            </a:extLst>
          </p:cNvPr>
          <p:cNvSpPr txBox="1"/>
          <p:nvPr/>
        </p:nvSpPr>
        <p:spPr>
          <a:xfrm>
            <a:off x="8402955" y="2098598"/>
            <a:ext cx="1870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⌘+</a:t>
            </a:r>
            <a:r>
              <a:rPr lang="pl-PL" sz="3600" b="1" dirty="0">
                <a:solidFill>
                  <a:schemeClr val="bg1"/>
                </a:solidFill>
              </a:rPr>
              <a:t>R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12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3B382D-267E-5D9F-42EA-0DAAE6890A02}"/>
              </a:ext>
            </a:extLst>
          </p:cNvPr>
          <p:cNvSpPr txBox="1"/>
          <p:nvPr/>
        </p:nvSpPr>
        <p:spPr>
          <a:xfrm>
            <a:off x="3788898" y="2661345"/>
            <a:ext cx="46142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b="1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99324-3A85-6EEA-36E9-B7DF180EAF54}"/>
              </a:ext>
            </a:extLst>
          </p:cNvPr>
          <p:cNvSpPr txBox="1"/>
          <p:nvPr/>
        </p:nvSpPr>
        <p:spPr>
          <a:xfrm>
            <a:off x="2837559" y="646598"/>
            <a:ext cx="7522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CTRL+]   </a:t>
            </a:r>
            <a:r>
              <a:rPr lang="pl-PL" sz="3200" dirty="0">
                <a:solidFill>
                  <a:schemeClr val="bg1"/>
                </a:solidFill>
              </a:rPr>
              <a:t>or   </a:t>
            </a:r>
            <a:r>
              <a:rPr lang="pl-PL" sz="3200" b="1" dirty="0">
                <a:solidFill>
                  <a:schemeClr val="bg1"/>
                </a:solidFill>
              </a:rPr>
              <a:t>CTRL+SHIFT+&gt;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2D1B5-E756-B969-6002-4FBABF308811}"/>
              </a:ext>
            </a:extLst>
          </p:cNvPr>
          <p:cNvSpPr txBox="1"/>
          <p:nvPr/>
        </p:nvSpPr>
        <p:spPr>
          <a:xfrm>
            <a:off x="6465570" y="1422558"/>
            <a:ext cx="264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⌘+Shift+ &gt;</a:t>
            </a:r>
          </a:p>
        </p:txBody>
      </p:sp>
    </p:spTree>
    <p:extLst>
      <p:ext uri="{BB962C8B-B14F-4D97-AF65-F5344CB8AC3E}">
        <p14:creationId xmlns:p14="http://schemas.microsoft.com/office/powerpoint/2010/main" val="1181581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96EF3-4D4D-E16D-9954-8CA49C5876C8}"/>
              </a:ext>
            </a:extLst>
          </p:cNvPr>
          <p:cNvSpPr txBox="1"/>
          <p:nvPr/>
        </p:nvSpPr>
        <p:spPr>
          <a:xfrm>
            <a:off x="1617044" y="1335762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QAT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2ED75-5716-E6CF-06B0-AD9D949671B8}"/>
              </a:ext>
            </a:extLst>
          </p:cNvPr>
          <p:cNvSpPr txBox="1"/>
          <p:nvPr/>
        </p:nvSpPr>
        <p:spPr>
          <a:xfrm>
            <a:off x="1725637" y="2738439"/>
            <a:ext cx="874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</a:rPr>
              <a:t>1. What does it do?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4802B-CD8F-CC8E-276A-E86C9AE34EBD}"/>
              </a:ext>
            </a:extLst>
          </p:cNvPr>
          <p:cNvSpPr txBox="1"/>
          <p:nvPr/>
        </p:nvSpPr>
        <p:spPr>
          <a:xfrm>
            <a:off x="1725637" y="3291544"/>
            <a:ext cx="874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</a:rPr>
              <a:t>2. Adding shortcuts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E9E57-6BF0-86D5-A428-4EC259BF84D9}"/>
              </a:ext>
            </a:extLst>
          </p:cNvPr>
          <p:cNvSpPr txBox="1"/>
          <p:nvPr/>
        </p:nvSpPr>
        <p:spPr>
          <a:xfrm>
            <a:off x="1725637" y="3844649"/>
            <a:ext cx="874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</a:rPr>
              <a:t>3. Using shortcuts on Windows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2EB83-E922-ECF5-D48E-3B6A4F5ADA27}"/>
              </a:ext>
            </a:extLst>
          </p:cNvPr>
          <p:cNvSpPr txBox="1"/>
          <p:nvPr/>
        </p:nvSpPr>
        <p:spPr>
          <a:xfrm>
            <a:off x="1725637" y="4397754"/>
            <a:ext cx="874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</a:rPr>
              <a:t>4. Using shortcuts on MAC (below ribbon)</a:t>
            </a:r>
          </a:p>
        </p:txBody>
      </p:sp>
    </p:spTree>
    <p:extLst>
      <p:ext uri="{BB962C8B-B14F-4D97-AF65-F5344CB8AC3E}">
        <p14:creationId xmlns:p14="http://schemas.microsoft.com/office/powerpoint/2010/main" val="397007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6CC81-1AE2-4B7E-E569-3E3047D164C2}"/>
              </a:ext>
            </a:extLst>
          </p:cNvPr>
          <p:cNvSpPr txBox="1"/>
          <p:nvPr/>
        </p:nvSpPr>
        <p:spPr>
          <a:xfrm>
            <a:off x="2929597" y="3429000"/>
            <a:ext cx="61077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1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62201-CE9C-A7E4-FB5E-E559157FF25F}"/>
              </a:ext>
            </a:extLst>
          </p:cNvPr>
          <p:cNvSpPr txBox="1"/>
          <p:nvPr/>
        </p:nvSpPr>
        <p:spPr>
          <a:xfrm>
            <a:off x="466577" y="192464"/>
            <a:ext cx="101861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3200" dirty="0">
                <a:solidFill>
                  <a:schemeClr val="bg1"/>
                </a:solidFill>
              </a:rPr>
              <a:t>Enlarge (CTRL+SHIFT+&gt;, </a:t>
            </a:r>
            <a:r>
              <a:rPr lang="en-US" sz="3200" b="1" dirty="0">
                <a:solidFill>
                  <a:schemeClr val="bg1"/>
                </a:solidFill>
              </a:rPr>
              <a:t>⌘+Shift+ &gt;</a:t>
            </a:r>
            <a:endParaRPr lang="pl-PL" sz="3200" dirty="0">
              <a:solidFill>
                <a:schemeClr val="bg1"/>
              </a:solidFill>
            </a:endParaRPr>
          </a:p>
          <a:p>
            <a:pPr algn="just"/>
            <a:r>
              <a:rPr lang="pl-PL" sz="3200" dirty="0">
                <a:solidFill>
                  <a:schemeClr val="bg1"/>
                </a:solidFill>
              </a:rPr>
              <a:t>Bolden (CTRL+B, </a:t>
            </a:r>
            <a:r>
              <a:rPr lang="en-US" sz="3200" b="1" dirty="0">
                <a:solidFill>
                  <a:schemeClr val="bg1"/>
                </a:solidFill>
              </a:rPr>
              <a:t>⌘+</a:t>
            </a:r>
            <a:r>
              <a:rPr lang="pl-PL" sz="3200" b="1" dirty="0">
                <a:solidFill>
                  <a:schemeClr val="bg1"/>
                </a:solidFill>
              </a:rPr>
              <a:t>B</a:t>
            </a:r>
            <a:r>
              <a:rPr lang="pl-PL" sz="3200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pl-PL" sz="3200" dirty="0">
                <a:solidFill>
                  <a:schemeClr val="bg1"/>
                </a:solidFill>
              </a:rPr>
              <a:t>Justify (CTRL+J, </a:t>
            </a:r>
            <a:r>
              <a:rPr lang="en-US" sz="3200" b="1" dirty="0">
                <a:solidFill>
                  <a:schemeClr val="bg1"/>
                </a:solidFill>
              </a:rPr>
              <a:t>⌘+</a:t>
            </a:r>
            <a:r>
              <a:rPr lang="pl-PL" sz="3200" b="1" dirty="0">
                <a:solidFill>
                  <a:schemeClr val="bg1"/>
                </a:solidFill>
              </a:rPr>
              <a:t>J</a:t>
            </a:r>
            <a:r>
              <a:rPr lang="pl-PL" sz="3200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pl-PL" sz="3200" dirty="0">
                <a:solidFill>
                  <a:schemeClr val="bg1"/>
                </a:solidFill>
              </a:rPr>
              <a:t>Group (CTRL+G, </a:t>
            </a:r>
            <a:r>
              <a:rPr lang="en-US" sz="3200" b="1" i="0" dirty="0">
                <a:solidFill>
                  <a:schemeClr val="bg1"/>
                </a:solidFill>
                <a:effectLst/>
              </a:rPr>
              <a:t>⌘+</a:t>
            </a:r>
            <a:r>
              <a:rPr lang="en-US" sz="3200" b="1" i="0" dirty="0" err="1">
                <a:solidFill>
                  <a:schemeClr val="bg1"/>
                </a:solidFill>
                <a:effectLst/>
              </a:rPr>
              <a:t>Option+G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24607-FBA8-71A7-C22D-CEE15769FA73}"/>
              </a:ext>
            </a:extLst>
          </p:cNvPr>
          <p:cNvSpPr txBox="1"/>
          <p:nvPr/>
        </p:nvSpPr>
        <p:spPr>
          <a:xfrm>
            <a:off x="2929597" y="4889274"/>
            <a:ext cx="61077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100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5F7B8-A775-EE13-B29D-477093B88AB9}"/>
              </a:ext>
            </a:extLst>
          </p:cNvPr>
          <p:cNvSpPr txBox="1"/>
          <p:nvPr/>
        </p:nvSpPr>
        <p:spPr>
          <a:xfrm>
            <a:off x="0" y="-667646"/>
            <a:ext cx="10186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dirty="0"/>
              <a:t>Practice your muscle memory a little :)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825263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6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D2B65"/>
      </a:accent1>
      <a:accent2>
        <a:srgbClr val="CE0EFC"/>
      </a:accent2>
      <a:accent3>
        <a:srgbClr val="FED159"/>
      </a:accent3>
      <a:accent4>
        <a:srgbClr val="6215CF"/>
      </a:accent4>
      <a:accent5>
        <a:srgbClr val="22DDAD"/>
      </a:accent5>
      <a:accent6>
        <a:srgbClr val="0939C7"/>
      </a:accent6>
      <a:hlink>
        <a:srgbClr val="70AC46"/>
      </a:hlink>
      <a:folHlink>
        <a:srgbClr val="954F72"/>
      </a:folHlink>
    </a:clrScheme>
    <a:fontScheme name="League Spartan (ExtraB + Regular)">
      <a:majorFont>
        <a:latin typeface="League Spartan ExtraBold"/>
        <a:ea typeface=""/>
        <a:cs typeface=""/>
      </a:majorFont>
      <a:minorFont>
        <a:latin typeface="League Spart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1118</TotalTime>
  <Words>579</Words>
  <Application>Microsoft Office PowerPoint</Application>
  <PresentationFormat>Widescreen</PresentationFormat>
  <Paragraphs>90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League Spartan</vt:lpstr>
      <vt:lpstr>League Spartan ExtraBold</vt:lpstr>
      <vt:lpstr>League Spartan Black</vt:lpstr>
      <vt:lpstr>Calibri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</dc:creator>
  <cp:lastModifiedBy>Andrew P</cp:lastModifiedBy>
  <cp:revision>57</cp:revision>
  <dcterms:created xsi:type="dcterms:W3CDTF">2023-01-10T09:29:02Z</dcterms:created>
  <dcterms:modified xsi:type="dcterms:W3CDTF">2023-02-21T10:29:09Z</dcterms:modified>
</cp:coreProperties>
</file>