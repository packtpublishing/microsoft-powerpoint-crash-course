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6"/>
  </p:notesMasterIdLst>
  <p:sldIdLst>
    <p:sldId id="257" r:id="rId2"/>
    <p:sldId id="295" r:id="rId3"/>
    <p:sldId id="291" r:id="rId4"/>
    <p:sldId id="296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League Spartan" pitchFamily="2" charset="-18"/>
      <p:regular r:id="rId11"/>
      <p:bold r:id="rId12"/>
    </p:embeddedFont>
    <p:embeddedFont>
      <p:font typeface="League Spartan Black" pitchFamily="2" charset="-18"/>
      <p:bold r:id="rId13"/>
    </p:embeddedFont>
    <p:embeddedFont>
      <p:font typeface="League Spartan ExtraBold" pitchFamily="2" charset="-18"/>
      <p:bold r:id="rId14"/>
    </p:embeddedFont>
    <p:embeddedFont>
      <p:font typeface="League Spartan Light" pitchFamily="2" charset="-1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tement" id="{92C91922-75D7-4AA4-B6C0-9C1614B66B00}">
          <p14:sldIdLst>
            <p14:sldId id="257"/>
          </p14:sldIdLst>
        </p14:section>
        <p14:section name="Learn on the Fly" id="{BE41FCC7-98F0-419C-B765-A9A3E412AB05}">
          <p14:sldIdLst>
            <p14:sldId id="295"/>
            <p14:sldId id="291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18" autoAdjust="0"/>
  </p:normalViewPr>
  <p:slideViewPr>
    <p:cSldViewPr snapToGrid="0">
      <p:cViewPr varScale="1">
        <p:scale>
          <a:sx n="62" d="100"/>
          <a:sy n="62" d="100"/>
        </p:scale>
        <p:origin x="82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074FA-D566-49D1-B524-351953D3ABE3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52A11-2B7D-4A1C-BA27-333B5BF1D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1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22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l-PL" dirty="0"/>
              <a:t>Make sure your selection is big enough</a:t>
            </a:r>
          </a:p>
          <a:p>
            <a:pPr marL="228600" indent="-228600">
              <a:buAutoNum type="arabicPeriod"/>
            </a:pPr>
            <a:r>
              <a:rPr lang="pl-PL" dirty="0"/>
              <a:t>Use the Shape Format tab to color the shapes and outlines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2A11-2B7D-4A1C-BA27-333B5BF1DD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11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1B91-CCB2-22F8-03BB-8275E088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14868-D2BD-949A-D26A-EC60237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73DA-94A7-ED45-906B-58627330AA13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77508-928F-3A49-0A05-2BFE6496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72559-2F82-A281-3C69-BFD43C20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95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1B05-1C3E-7A69-F777-FAC51738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DFBE-09FF-A522-4A79-5631660DA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079D7-F27C-8ADA-4101-4ECEF6C6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B53E-68FC-4071-83A8-9072F46AFEEF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26FB-46AB-7FBD-3E8B-3EC13810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08C88-BB16-3F87-513C-90FCC2A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A7075-FAB6-42DC-A6F1-4F0CF8B8DF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364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794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D265764-BFA9-C6F2-27E5-A3AD700BFDF1}"/>
              </a:ext>
            </a:extLst>
          </p:cNvPr>
          <p:cNvGrpSpPr/>
          <p:nvPr userDrawn="1"/>
        </p:nvGrpSpPr>
        <p:grpSpPr>
          <a:xfrm flipH="1">
            <a:off x="0" y="0"/>
            <a:ext cx="10151692" cy="6858000"/>
            <a:chOff x="2040308" y="0"/>
            <a:chExt cx="10151692" cy="685800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028AC3B5-E7F7-8891-0162-18A7A6798712}"/>
                </a:ext>
              </a:extLst>
            </p:cNvPr>
            <p:cNvSpPr/>
            <p:nvPr userDrawn="1"/>
          </p:nvSpPr>
          <p:spPr>
            <a:xfrm>
              <a:off x="2040308" y="0"/>
              <a:ext cx="10151692" cy="6858000"/>
            </a:xfrm>
            <a:custGeom>
              <a:avLst/>
              <a:gdLst>
                <a:gd name="connsiteX0" fmla="*/ 1079382 w 10151692"/>
                <a:gd name="connsiteY0" fmla="*/ 0 h 6858000"/>
                <a:gd name="connsiteX1" fmla="*/ 10151692 w 10151692"/>
                <a:gd name="connsiteY1" fmla="*/ 0 h 6858000"/>
                <a:gd name="connsiteX2" fmla="*/ 10151692 w 10151692"/>
                <a:gd name="connsiteY2" fmla="*/ 6858000 h 6858000"/>
                <a:gd name="connsiteX3" fmla="*/ 1079382 w 10151692"/>
                <a:gd name="connsiteY3" fmla="*/ 6858000 h 6858000"/>
                <a:gd name="connsiteX4" fmla="*/ 1023344 w 10151692"/>
                <a:gd name="connsiteY4" fmla="*/ 6779198 h 6858000"/>
                <a:gd name="connsiteX5" fmla="*/ 0 w 10151692"/>
                <a:gd name="connsiteY5" fmla="*/ 3429000 h 6858000"/>
                <a:gd name="connsiteX6" fmla="*/ 1023344 w 10151692"/>
                <a:gd name="connsiteY6" fmla="*/ 788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51692" h="6858000">
                  <a:moveTo>
                    <a:pt x="1079382" y="0"/>
                  </a:moveTo>
                  <a:lnTo>
                    <a:pt x="10151692" y="0"/>
                  </a:lnTo>
                  <a:lnTo>
                    <a:pt x="10151692" y="6858000"/>
                  </a:lnTo>
                  <a:lnTo>
                    <a:pt x="1079382" y="6858000"/>
                  </a:lnTo>
                  <a:lnTo>
                    <a:pt x="1023344" y="6779198"/>
                  </a:lnTo>
                  <a:cubicBezTo>
                    <a:pt x="377258" y="5822864"/>
                    <a:pt x="0" y="4669989"/>
                    <a:pt x="0" y="3429000"/>
                  </a:cubicBezTo>
                  <a:cubicBezTo>
                    <a:pt x="0" y="2188012"/>
                    <a:pt x="377258" y="1035136"/>
                    <a:pt x="1023344" y="7880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3477438-0A23-190F-E184-A0F3AD4B6FBE}"/>
                </a:ext>
              </a:extLst>
            </p:cNvPr>
            <p:cNvSpPr/>
            <p:nvPr userDrawn="1"/>
          </p:nvSpPr>
          <p:spPr>
            <a:xfrm>
              <a:off x="4177964" y="0"/>
              <a:ext cx="7708736" cy="6858000"/>
            </a:xfrm>
            <a:custGeom>
              <a:avLst/>
              <a:gdLst>
                <a:gd name="connsiteX0" fmla="*/ 2094921 w 7708736"/>
                <a:gd name="connsiteY0" fmla="*/ 0 h 6858000"/>
                <a:gd name="connsiteX1" fmla="*/ 5613815 w 7708736"/>
                <a:gd name="connsiteY1" fmla="*/ 0 h 6858000"/>
                <a:gd name="connsiteX2" fmla="*/ 5691589 w 7708736"/>
                <a:gd name="connsiteY2" fmla="*/ 39833 h 6858000"/>
                <a:gd name="connsiteX3" fmla="*/ 7708736 w 7708736"/>
                <a:gd name="connsiteY3" fmla="*/ 3429000 h 6858000"/>
                <a:gd name="connsiteX4" fmla="*/ 5691589 w 7708736"/>
                <a:gd name="connsiteY4" fmla="*/ 6818167 h 6858000"/>
                <a:gd name="connsiteX5" fmla="*/ 5613815 w 7708736"/>
                <a:gd name="connsiteY5" fmla="*/ 6858000 h 6858000"/>
                <a:gd name="connsiteX6" fmla="*/ 2094921 w 7708736"/>
                <a:gd name="connsiteY6" fmla="*/ 6858000 h 6858000"/>
                <a:gd name="connsiteX7" fmla="*/ 2017148 w 7708736"/>
                <a:gd name="connsiteY7" fmla="*/ 6818167 h 6858000"/>
                <a:gd name="connsiteX8" fmla="*/ 0 w 7708736"/>
                <a:gd name="connsiteY8" fmla="*/ 3429000 h 6858000"/>
                <a:gd name="connsiteX9" fmla="*/ 2017148 w 7708736"/>
                <a:gd name="connsiteY9" fmla="*/ 398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08736" h="6858000">
                  <a:moveTo>
                    <a:pt x="2094921" y="0"/>
                  </a:moveTo>
                  <a:lnTo>
                    <a:pt x="5613815" y="0"/>
                  </a:lnTo>
                  <a:lnTo>
                    <a:pt x="5691589" y="39833"/>
                  </a:lnTo>
                  <a:cubicBezTo>
                    <a:pt x="6893092" y="692529"/>
                    <a:pt x="7708736" y="1965513"/>
                    <a:pt x="7708736" y="3429000"/>
                  </a:cubicBezTo>
                  <a:cubicBezTo>
                    <a:pt x="7708736" y="4892488"/>
                    <a:pt x="6893092" y="6165471"/>
                    <a:pt x="5691589" y="6818167"/>
                  </a:cubicBezTo>
                  <a:lnTo>
                    <a:pt x="5613815" y="6858000"/>
                  </a:lnTo>
                  <a:lnTo>
                    <a:pt x="2094921" y="6858000"/>
                  </a:lnTo>
                  <a:lnTo>
                    <a:pt x="2017148" y="6818167"/>
                  </a:lnTo>
                  <a:cubicBezTo>
                    <a:pt x="815644" y="6165471"/>
                    <a:pt x="0" y="4892488"/>
                    <a:pt x="0" y="3429000"/>
                  </a:cubicBezTo>
                  <a:cubicBezTo>
                    <a:pt x="0" y="1965513"/>
                    <a:pt x="815644" y="692529"/>
                    <a:pt x="2017148" y="3983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939A1E9-B0B9-B308-ACBA-29215CF0545E}"/>
                </a:ext>
              </a:extLst>
            </p:cNvPr>
            <p:cNvSpPr/>
            <p:nvPr userDrawn="1"/>
          </p:nvSpPr>
          <p:spPr>
            <a:xfrm>
              <a:off x="6033071" y="1429739"/>
              <a:ext cx="3998522" cy="3998522"/>
            </a:xfrm>
            <a:prstGeom prst="ellipse">
              <a:avLst/>
            </a:pr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16069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65D73BAF-76D5-A8ED-7530-9D892B6920B4}"/>
              </a:ext>
            </a:extLst>
          </p:cNvPr>
          <p:cNvSpPr/>
          <p:nvPr userDrawn="1"/>
        </p:nvSpPr>
        <p:spPr>
          <a:xfrm rot="10800000" flipV="1">
            <a:off x="-2295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10F20A5-B624-B340-510F-92D66455DE0B}"/>
              </a:ext>
            </a:extLst>
          </p:cNvPr>
          <p:cNvSpPr/>
          <p:nvPr userDrawn="1"/>
        </p:nvSpPr>
        <p:spPr>
          <a:xfrm flipV="1">
            <a:off x="1589649" y="1647953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AB7FA76-DD29-38BC-1B9C-204A70A04E44}"/>
              </a:ext>
            </a:extLst>
          </p:cNvPr>
          <p:cNvSpPr/>
          <p:nvPr userDrawn="1"/>
        </p:nvSpPr>
        <p:spPr>
          <a:xfrm flipV="1">
            <a:off x="9144218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14780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A8D8D06B-3458-D12C-BC7F-7FDA8694A5ED}"/>
              </a:ext>
            </a:extLst>
          </p:cNvPr>
          <p:cNvSpPr/>
          <p:nvPr userDrawn="1"/>
        </p:nvSpPr>
        <p:spPr>
          <a:xfrm rot="10800000">
            <a:off x="-2295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01E9593-49AF-5D02-ACE8-5E99ADF41AAE}"/>
              </a:ext>
            </a:extLst>
          </p:cNvPr>
          <p:cNvSpPr/>
          <p:nvPr userDrawn="1"/>
        </p:nvSpPr>
        <p:spPr>
          <a:xfrm>
            <a:off x="1589649" y="2238504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9807B9B-DE40-7E29-A492-0E156C4FD095}"/>
              </a:ext>
            </a:extLst>
          </p:cNvPr>
          <p:cNvSpPr/>
          <p:nvPr userDrawn="1"/>
        </p:nvSpPr>
        <p:spPr>
          <a:xfrm>
            <a:off x="9144218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6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AA1380-8EA2-BAF4-DF35-9AE5DE08FF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8BF-0137-BB40-8543-83067E7F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040F-77F5-B346-9269-E2DB7015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A2DD-11B9-644E-AFEB-69DEE5DF0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273DA-94A7-ED45-906B-58627330AA13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59B5-9BDC-B84E-8F57-2DFBE78C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A851-907A-A949-AD33-AB19F5FB5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4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151">
          <p15:clr>
            <a:srgbClr val="5ACBF0"/>
          </p15:clr>
        </p15:guide>
        <p15:guide id="4" pos="529">
          <p15:clr>
            <a:srgbClr val="5ACBF0"/>
          </p15:clr>
        </p15:guide>
        <p15:guide id="5" pos="4089">
          <p15:clr>
            <a:srgbClr val="5ACBF0"/>
          </p15:clr>
        </p15:guide>
        <p15:guide id="6" pos="359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70">
            <a:extLst>
              <a:ext uri="{FF2B5EF4-FFF2-40B4-BE49-F238E27FC236}">
                <a16:creationId xmlns:a16="http://schemas.microsoft.com/office/drawing/2014/main" id="{DC820667-5864-39DF-4B5E-5E1713523718}"/>
              </a:ext>
            </a:extLst>
          </p:cNvPr>
          <p:cNvSpPr/>
          <p:nvPr/>
        </p:nvSpPr>
        <p:spPr>
          <a:xfrm>
            <a:off x="7010402" y="1845268"/>
            <a:ext cx="3648567" cy="2772451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January</a:t>
            </a:r>
            <a:endParaRPr lang="id-ID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Rectangle: Rounded Corners 70">
            <a:extLst>
              <a:ext uri="{FF2B5EF4-FFF2-40B4-BE49-F238E27FC236}">
                <a16:creationId xmlns:a16="http://schemas.microsoft.com/office/drawing/2014/main" id="{F7454E89-0871-A9BF-E4CD-E1FA933A595F}"/>
              </a:ext>
            </a:extLst>
          </p:cNvPr>
          <p:cNvSpPr/>
          <p:nvPr/>
        </p:nvSpPr>
        <p:spPr>
          <a:xfrm>
            <a:off x="1533033" y="1845268"/>
            <a:ext cx="3648567" cy="2772451"/>
          </a:xfrm>
          <a:prstGeom prst="roundRect">
            <a:avLst>
              <a:gd name="adj" fmla="val 2608"/>
            </a:avLst>
          </a:prstGeom>
          <a:gradFill>
            <a:gsLst>
              <a:gs pos="99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January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111979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0B209-7E03-18B5-C564-D2A815D2CBD6}"/>
              </a:ext>
            </a:extLst>
          </p:cNvPr>
          <p:cNvSpPr txBox="1"/>
          <p:nvPr/>
        </p:nvSpPr>
        <p:spPr>
          <a:xfrm>
            <a:off x="1149562" y="2387089"/>
            <a:ext cx="7631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8000" b="1" i="0" u="none" strike="noStrike" kern="1200" cap="none" spc="0" normalizeH="0" baseline="0" noProof="0" dirty="0">
                <a:ln>
                  <a:noFill/>
                </a:ln>
                <a:solidFill>
                  <a:srgbClr val="22DDAD"/>
                </a:solidFill>
                <a:effectLst/>
                <a:uLnTx/>
                <a:uFillTx/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Learn on the fly</a:t>
            </a:r>
            <a:endParaRPr kumimoji="0" lang="id-ID" sz="8000" b="1" i="0" u="none" strike="noStrike" kern="1200" cap="none" spc="0" normalizeH="0" baseline="0" noProof="0" dirty="0">
              <a:ln>
                <a:noFill/>
              </a:ln>
              <a:solidFill>
                <a:srgbClr val="22DDAD"/>
              </a:solidFill>
              <a:effectLst/>
              <a:uLnTx/>
              <a:uFillTx/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pic>
        <p:nvPicPr>
          <p:cNvPr id="6" name="Graphic 5" descr="Take Off with solid fill">
            <a:extLst>
              <a:ext uri="{FF2B5EF4-FFF2-40B4-BE49-F238E27FC236}">
                <a16:creationId xmlns:a16="http://schemas.microsoft.com/office/drawing/2014/main" id="{2E65DC36-B685-95B9-C106-0ABAAC1B70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626"/>
          <a:stretch/>
        </p:blipFill>
        <p:spPr>
          <a:xfrm>
            <a:off x="7162962" y="978780"/>
            <a:ext cx="2576997" cy="16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5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1FF4C9-A3FC-7EF4-BD01-034EC4391146}"/>
              </a:ext>
            </a:extLst>
          </p:cNvPr>
          <p:cNvCxnSpPr>
            <a:cxnSpLocks/>
          </p:cNvCxnSpPr>
          <p:nvPr/>
        </p:nvCxnSpPr>
        <p:spPr>
          <a:xfrm>
            <a:off x="613664" y="4349159"/>
            <a:ext cx="1096467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045B67A-4CDE-1069-C94C-C81692E87A23}"/>
              </a:ext>
            </a:extLst>
          </p:cNvPr>
          <p:cNvSpPr/>
          <p:nvPr/>
        </p:nvSpPr>
        <p:spPr>
          <a:xfrm>
            <a:off x="1523884" y="4298811"/>
            <a:ext cx="337650" cy="88963"/>
          </a:xfrm>
          <a:prstGeom prst="rect">
            <a:avLst/>
          </a:prstGeom>
          <a:solidFill>
            <a:srgbClr val="1FC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32CF73-EBF3-E382-C5C5-318E518377CD}"/>
              </a:ext>
            </a:extLst>
          </p:cNvPr>
          <p:cNvSpPr txBox="1"/>
          <p:nvPr/>
        </p:nvSpPr>
        <p:spPr>
          <a:xfrm>
            <a:off x="959443" y="4872062"/>
            <a:ext cx="1386840" cy="64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Light" pitchFamily="2" charset="0"/>
                <a:ea typeface="+mn-ea"/>
                <a:cs typeface="+mn-cs"/>
              </a:rPr>
              <a:t>Here will be some text</a:t>
            </a:r>
          </a:p>
        </p:txBody>
      </p:sp>
      <p:sp>
        <p:nvSpPr>
          <p:cNvPr id="45" name="Rectangle: Rounded Corners 70">
            <a:extLst>
              <a:ext uri="{FF2B5EF4-FFF2-40B4-BE49-F238E27FC236}">
                <a16:creationId xmlns:a16="http://schemas.microsoft.com/office/drawing/2014/main" id="{DC820667-5864-39DF-4B5E-5E1713523718}"/>
              </a:ext>
            </a:extLst>
          </p:cNvPr>
          <p:cNvSpPr/>
          <p:nvPr/>
        </p:nvSpPr>
        <p:spPr>
          <a:xfrm>
            <a:off x="613664" y="2942549"/>
            <a:ext cx="2158091" cy="643570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+mn-ea"/>
                <a:cs typeface="+mn-cs"/>
              </a:rPr>
              <a:t>Information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A2C25B-0C12-ECED-E65E-FC18FB987420}"/>
              </a:ext>
            </a:extLst>
          </p:cNvPr>
          <p:cNvSpPr txBox="1"/>
          <p:nvPr/>
        </p:nvSpPr>
        <p:spPr>
          <a:xfrm>
            <a:off x="998744" y="415680"/>
            <a:ext cx="43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Timeline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A94541-C6BD-6E63-2B4F-F8297B38946E}"/>
              </a:ext>
            </a:extLst>
          </p:cNvPr>
          <p:cNvSpPr/>
          <p:nvPr/>
        </p:nvSpPr>
        <p:spPr>
          <a:xfrm>
            <a:off x="4466680" y="4298811"/>
            <a:ext cx="337650" cy="88963"/>
          </a:xfrm>
          <a:prstGeom prst="rect">
            <a:avLst/>
          </a:prstGeom>
          <a:solidFill>
            <a:srgbClr val="1FC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22737-3F3F-556F-82E9-48C068142B62}"/>
              </a:ext>
            </a:extLst>
          </p:cNvPr>
          <p:cNvSpPr txBox="1"/>
          <p:nvPr/>
        </p:nvSpPr>
        <p:spPr>
          <a:xfrm>
            <a:off x="3902239" y="4872062"/>
            <a:ext cx="1386840" cy="64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Light" pitchFamily="2" charset="0"/>
                <a:ea typeface="+mn-ea"/>
                <a:cs typeface="+mn-cs"/>
              </a:rPr>
              <a:t>Here will be some text</a:t>
            </a:r>
          </a:p>
        </p:txBody>
      </p:sp>
      <p:sp>
        <p:nvSpPr>
          <p:cNvPr id="22" name="Rectangle: Rounded Corners 70">
            <a:extLst>
              <a:ext uri="{FF2B5EF4-FFF2-40B4-BE49-F238E27FC236}">
                <a16:creationId xmlns:a16="http://schemas.microsoft.com/office/drawing/2014/main" id="{46D0E51F-C757-48DA-BF2D-5E0BA7AAF120}"/>
              </a:ext>
            </a:extLst>
          </p:cNvPr>
          <p:cNvSpPr/>
          <p:nvPr/>
        </p:nvSpPr>
        <p:spPr>
          <a:xfrm>
            <a:off x="3556460" y="2942549"/>
            <a:ext cx="2158091" cy="643570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+mn-ea"/>
                <a:cs typeface="+mn-cs"/>
              </a:rPr>
              <a:t>Information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934BAF-A46E-E921-8AFD-CBAC9D9D7DFF}"/>
              </a:ext>
            </a:extLst>
          </p:cNvPr>
          <p:cNvSpPr/>
          <p:nvPr/>
        </p:nvSpPr>
        <p:spPr>
          <a:xfrm>
            <a:off x="7386717" y="4298811"/>
            <a:ext cx="337650" cy="88963"/>
          </a:xfrm>
          <a:prstGeom prst="rect">
            <a:avLst/>
          </a:prstGeom>
          <a:solidFill>
            <a:srgbClr val="1FC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262D1-B549-5F0A-DDFB-754F75D668E4}"/>
              </a:ext>
            </a:extLst>
          </p:cNvPr>
          <p:cNvSpPr txBox="1"/>
          <p:nvPr/>
        </p:nvSpPr>
        <p:spPr>
          <a:xfrm>
            <a:off x="6822276" y="4872062"/>
            <a:ext cx="1386840" cy="64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Light" pitchFamily="2" charset="0"/>
                <a:ea typeface="+mn-ea"/>
                <a:cs typeface="+mn-cs"/>
              </a:rPr>
              <a:t>Here will be some text</a:t>
            </a:r>
          </a:p>
        </p:txBody>
      </p:sp>
      <p:sp>
        <p:nvSpPr>
          <p:cNvPr id="4" name="Rectangle: Rounded Corners 70">
            <a:extLst>
              <a:ext uri="{FF2B5EF4-FFF2-40B4-BE49-F238E27FC236}">
                <a16:creationId xmlns:a16="http://schemas.microsoft.com/office/drawing/2014/main" id="{D444119F-B757-187A-5157-02E45BA8690A}"/>
              </a:ext>
            </a:extLst>
          </p:cNvPr>
          <p:cNvSpPr/>
          <p:nvPr/>
        </p:nvSpPr>
        <p:spPr>
          <a:xfrm>
            <a:off x="6476497" y="2942549"/>
            <a:ext cx="2158091" cy="643570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+mn-ea"/>
                <a:cs typeface="+mn-cs"/>
              </a:rPr>
              <a:t>Information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22160-892D-378B-A7EE-682F62608391}"/>
              </a:ext>
            </a:extLst>
          </p:cNvPr>
          <p:cNvSpPr/>
          <p:nvPr/>
        </p:nvSpPr>
        <p:spPr>
          <a:xfrm>
            <a:off x="10318610" y="4298811"/>
            <a:ext cx="337650" cy="88963"/>
          </a:xfrm>
          <a:prstGeom prst="rect">
            <a:avLst/>
          </a:prstGeom>
          <a:solidFill>
            <a:srgbClr val="1FC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388A0-D888-B449-7803-3F55695A76E6}"/>
              </a:ext>
            </a:extLst>
          </p:cNvPr>
          <p:cNvSpPr txBox="1"/>
          <p:nvPr/>
        </p:nvSpPr>
        <p:spPr>
          <a:xfrm>
            <a:off x="9754169" y="4872062"/>
            <a:ext cx="1386840" cy="64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Light" pitchFamily="2" charset="0"/>
                <a:ea typeface="+mn-ea"/>
                <a:cs typeface="+mn-cs"/>
              </a:rPr>
              <a:t>Here will be some text</a:t>
            </a:r>
          </a:p>
        </p:txBody>
      </p:sp>
      <p:sp>
        <p:nvSpPr>
          <p:cNvPr id="7" name="Rectangle: Rounded Corners 70">
            <a:extLst>
              <a:ext uri="{FF2B5EF4-FFF2-40B4-BE49-F238E27FC236}">
                <a16:creationId xmlns:a16="http://schemas.microsoft.com/office/drawing/2014/main" id="{A082F0BE-0864-F40C-9CD4-169BC9586B9F}"/>
              </a:ext>
            </a:extLst>
          </p:cNvPr>
          <p:cNvSpPr/>
          <p:nvPr/>
        </p:nvSpPr>
        <p:spPr>
          <a:xfrm>
            <a:off x="9408390" y="2942549"/>
            <a:ext cx="2158091" cy="643570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+mn-ea"/>
                <a:cs typeface="+mn-cs"/>
              </a:rPr>
              <a:t>Information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8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1FF4C9-A3FC-7EF4-BD01-034EC4391146}"/>
              </a:ext>
            </a:extLst>
          </p:cNvPr>
          <p:cNvCxnSpPr>
            <a:cxnSpLocks/>
          </p:cNvCxnSpPr>
          <p:nvPr/>
        </p:nvCxnSpPr>
        <p:spPr>
          <a:xfrm>
            <a:off x="613664" y="4349159"/>
            <a:ext cx="1096467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045B67A-4CDE-1069-C94C-C81692E87A23}"/>
              </a:ext>
            </a:extLst>
          </p:cNvPr>
          <p:cNvSpPr/>
          <p:nvPr/>
        </p:nvSpPr>
        <p:spPr>
          <a:xfrm>
            <a:off x="1523884" y="4298811"/>
            <a:ext cx="337650" cy="889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32CF73-EBF3-E382-C5C5-318E518377CD}"/>
              </a:ext>
            </a:extLst>
          </p:cNvPr>
          <p:cNvSpPr txBox="1"/>
          <p:nvPr/>
        </p:nvSpPr>
        <p:spPr>
          <a:xfrm>
            <a:off x="959443" y="4872062"/>
            <a:ext cx="1386840" cy="64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Light" pitchFamily="2" charset="0"/>
                <a:ea typeface="+mn-ea"/>
                <a:cs typeface="+mn-cs"/>
              </a:rPr>
              <a:t>Here will be some text</a:t>
            </a:r>
          </a:p>
        </p:txBody>
      </p:sp>
      <p:sp>
        <p:nvSpPr>
          <p:cNvPr id="45" name="Rectangle: Rounded Corners 70">
            <a:extLst>
              <a:ext uri="{FF2B5EF4-FFF2-40B4-BE49-F238E27FC236}">
                <a16:creationId xmlns:a16="http://schemas.microsoft.com/office/drawing/2014/main" id="{DC820667-5864-39DF-4B5E-5E1713523718}"/>
              </a:ext>
            </a:extLst>
          </p:cNvPr>
          <p:cNvSpPr/>
          <p:nvPr/>
        </p:nvSpPr>
        <p:spPr>
          <a:xfrm>
            <a:off x="613664" y="2942549"/>
            <a:ext cx="2158091" cy="643570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+mn-ea"/>
                <a:cs typeface="+mn-cs"/>
              </a:rPr>
              <a:t>Information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A2C25B-0C12-ECED-E65E-FC18FB987420}"/>
              </a:ext>
            </a:extLst>
          </p:cNvPr>
          <p:cNvSpPr txBox="1"/>
          <p:nvPr/>
        </p:nvSpPr>
        <p:spPr>
          <a:xfrm>
            <a:off x="998744" y="415680"/>
            <a:ext cx="43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Timeline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A94541-C6BD-6E63-2B4F-F8297B38946E}"/>
              </a:ext>
            </a:extLst>
          </p:cNvPr>
          <p:cNvSpPr/>
          <p:nvPr/>
        </p:nvSpPr>
        <p:spPr>
          <a:xfrm>
            <a:off x="4466680" y="4298811"/>
            <a:ext cx="337650" cy="889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22737-3F3F-556F-82E9-48C068142B62}"/>
              </a:ext>
            </a:extLst>
          </p:cNvPr>
          <p:cNvSpPr txBox="1"/>
          <p:nvPr/>
        </p:nvSpPr>
        <p:spPr>
          <a:xfrm>
            <a:off x="3902239" y="4872062"/>
            <a:ext cx="1386840" cy="64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 Light" pitchFamily="2" charset="0"/>
                <a:ea typeface="+mn-ea"/>
                <a:cs typeface="+mn-cs"/>
              </a:rPr>
              <a:t>Here will be some text</a:t>
            </a:r>
          </a:p>
        </p:txBody>
      </p:sp>
      <p:sp>
        <p:nvSpPr>
          <p:cNvPr id="22" name="Rectangle: Rounded Corners 70">
            <a:extLst>
              <a:ext uri="{FF2B5EF4-FFF2-40B4-BE49-F238E27FC236}">
                <a16:creationId xmlns:a16="http://schemas.microsoft.com/office/drawing/2014/main" id="{46D0E51F-C757-48DA-BF2D-5E0BA7AAF120}"/>
              </a:ext>
            </a:extLst>
          </p:cNvPr>
          <p:cNvSpPr/>
          <p:nvPr/>
        </p:nvSpPr>
        <p:spPr>
          <a:xfrm>
            <a:off x="3556460" y="2942549"/>
            <a:ext cx="2158091" cy="643570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+mn-ea"/>
                <a:cs typeface="+mn-cs"/>
              </a:rPr>
              <a:t>Information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ague Spart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3441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6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D2B65"/>
      </a:accent1>
      <a:accent2>
        <a:srgbClr val="CE0EFC"/>
      </a:accent2>
      <a:accent3>
        <a:srgbClr val="FED159"/>
      </a:accent3>
      <a:accent4>
        <a:srgbClr val="6215CF"/>
      </a:accent4>
      <a:accent5>
        <a:srgbClr val="22DDAD"/>
      </a:accent5>
      <a:accent6>
        <a:srgbClr val="0939C7"/>
      </a:accent6>
      <a:hlink>
        <a:srgbClr val="70AC46"/>
      </a:hlink>
      <a:folHlink>
        <a:srgbClr val="954F72"/>
      </a:folHlink>
    </a:clrScheme>
    <a:fontScheme name="League Spartan (ExtraB + Regular)">
      <a:majorFont>
        <a:latin typeface="League Spartan ExtraBold"/>
        <a:ea typeface=""/>
        <a:cs typeface=""/>
      </a:majorFont>
      <a:minorFont>
        <a:latin typeface="League Spart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</Words>
  <Application>Microsoft Office PowerPoint</Application>
  <PresentationFormat>Widescreen</PresentationFormat>
  <Paragraphs>21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League Spartan</vt:lpstr>
      <vt:lpstr>League Spartan ExtraBold</vt:lpstr>
      <vt:lpstr>Arial</vt:lpstr>
      <vt:lpstr>League Spartan Black</vt:lpstr>
      <vt:lpstr>Calibri</vt:lpstr>
      <vt:lpstr>League Spartan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</dc:creator>
  <cp:lastModifiedBy>Andrew P</cp:lastModifiedBy>
  <cp:revision>5</cp:revision>
  <dcterms:created xsi:type="dcterms:W3CDTF">2023-01-30T06:59:02Z</dcterms:created>
  <dcterms:modified xsi:type="dcterms:W3CDTF">2023-01-30T08:05:22Z</dcterms:modified>
</cp:coreProperties>
</file>