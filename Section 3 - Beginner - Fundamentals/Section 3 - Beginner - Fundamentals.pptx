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60" r:id="rId1"/>
  </p:sldMasterIdLst>
  <p:notesMasterIdLst>
    <p:notesMasterId r:id="rId18"/>
  </p:notesMasterIdLst>
  <p:sldIdLst>
    <p:sldId id="306" r:id="rId2"/>
    <p:sldId id="307" r:id="rId3"/>
    <p:sldId id="308" r:id="rId4"/>
    <p:sldId id="309" r:id="rId5"/>
    <p:sldId id="310" r:id="rId6"/>
    <p:sldId id="311" r:id="rId7"/>
    <p:sldId id="312" r:id="rId8"/>
    <p:sldId id="313" r:id="rId9"/>
    <p:sldId id="314" r:id="rId10"/>
    <p:sldId id="316" r:id="rId11"/>
    <p:sldId id="315" r:id="rId12"/>
    <p:sldId id="318" r:id="rId13"/>
    <p:sldId id="317" r:id="rId14"/>
    <p:sldId id="319" r:id="rId15"/>
    <p:sldId id="320" r:id="rId16"/>
    <p:sldId id="321" r:id="rId17"/>
  </p:sldIdLst>
  <p:sldSz cx="12192000" cy="6858000"/>
  <p:notesSz cx="6858000" cy="9144000"/>
  <p:embeddedFontLst>
    <p:embeddedFont>
      <p:font typeface="Calibri" panose="020F0502020204030204" pitchFamily="34" charset="0"/>
      <p:regular r:id="rId19"/>
      <p:bold r:id="rId20"/>
      <p:italic r:id="rId21"/>
      <p:boldItalic r:id="rId22"/>
    </p:embeddedFont>
    <p:embeddedFont>
      <p:font typeface="League Spartan" pitchFamily="2" charset="-18"/>
      <p:regular r:id="rId23"/>
      <p:bold r:id="rId24"/>
    </p:embeddedFont>
    <p:embeddedFont>
      <p:font typeface="League Spartan Black" pitchFamily="2" charset="-18"/>
      <p:bold r:id="rId25"/>
    </p:embeddedFont>
    <p:embeddedFont>
      <p:font typeface="League Spartan ExtraBold" pitchFamily="2" charset="-18"/>
      <p:bold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orking Area" id="{74551525-C440-452F-8C9B-E3732F00AFA9}">
          <p14:sldIdLst>
            <p14:sldId id="306"/>
            <p14:sldId id="307"/>
            <p14:sldId id="308"/>
          </p14:sldIdLst>
        </p14:section>
        <p14:section name="Coloring Features" id="{369F8F69-B1B3-4FF6-A89E-4661EB89A02F}">
          <p14:sldIdLst>
            <p14:sldId id="309"/>
            <p14:sldId id="310"/>
          </p14:sldIdLst>
        </p14:section>
        <p14:section name="Selection Pane" id="{16507194-8A67-4A3E-A310-9645894BDC01}">
          <p14:sldIdLst>
            <p14:sldId id="311"/>
            <p14:sldId id="312"/>
          </p14:sldIdLst>
        </p14:section>
        <p14:section name="Drag &amp; Drop" id="{EE62CB92-8E5E-4C61-921B-33A33D810CF5}">
          <p14:sldIdLst>
            <p14:sldId id="313"/>
            <p14:sldId id="314"/>
          </p14:sldIdLst>
        </p14:section>
        <p14:section name="Working With Images" id="{F026C41C-6B3B-4616-A773-04B3113D06CE}">
          <p14:sldIdLst>
            <p14:sldId id="316"/>
            <p14:sldId id="315"/>
          </p14:sldIdLst>
        </p14:section>
        <p14:section name="Format Picture" id="{B73B5D64-FC05-4DB5-B5F7-5F8A7A73B4BB}">
          <p14:sldIdLst>
            <p14:sldId id="318"/>
            <p14:sldId id="317"/>
          </p14:sldIdLst>
        </p14:section>
        <p14:section name="Guides &amp; Rulers" id="{64089DD2-3449-4D1F-9D5D-FF64A9E86DF8}">
          <p14:sldIdLst>
            <p14:sldId id="319"/>
            <p14:sldId id="320"/>
          </p14:sldIdLst>
        </p14:section>
        <p14:section name="Example Project" id="{4A3BC824-F9A8-4A9D-8873-A0A44639B066}">
          <p14:sldIdLst>
            <p14:sldId id="321"/>
          </p14:sldIdLst>
        </p14:section>
      </p14:sectionLst>
    </p:ext>
    <p:ext uri="{EFAFB233-063F-42B5-8137-9DF3F51BA10A}">
      <p15:sldGuideLst xmlns:p15="http://schemas.microsoft.com/office/powerpoint/2012/main">
        <p15:guide id="2" pos="3840" userDrawn="1">
          <p15:clr>
            <a:srgbClr val="A4A3A4"/>
          </p15:clr>
        </p15:guide>
        <p15:guide id="3" orient="horz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2C39"/>
    <a:srgbClr val="005E5E"/>
    <a:srgbClr val="22DDAD"/>
    <a:srgbClr val="1FC99D"/>
    <a:srgbClr val="FEC526"/>
    <a:srgbClr val="FEC934"/>
    <a:srgbClr val="C30BEF"/>
    <a:srgbClr val="E2245D"/>
    <a:srgbClr val="3D176B"/>
    <a:srgbClr val="FECE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026" autoAdjust="0"/>
    <p:restoredTop sz="84966" autoAdjust="0"/>
  </p:normalViewPr>
  <p:slideViewPr>
    <p:cSldViewPr snapToGrid="0">
      <p:cViewPr>
        <p:scale>
          <a:sx n="75" d="100"/>
          <a:sy n="75" d="100"/>
        </p:scale>
        <p:origin x="1901" y="1142"/>
      </p:cViewPr>
      <p:guideLst>
        <p:guide pos="3840"/>
        <p:guide orient="horz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7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78D5C7-F2FE-499A-8306-C5D4748B0E5C}" type="datetimeFigureOut">
              <a:rPr lang="en-US" smtClean="0"/>
              <a:t>2/20/2023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B62AE8-207B-46DC-9570-06107ED046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9139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pl-PL" dirty="0"/>
              <a:t>Open Selection Pane – Explain the pane</a:t>
            </a:r>
          </a:p>
          <a:p>
            <a:pPr marL="228600" indent="-228600">
              <a:buAutoNum type="arabicPeriod"/>
            </a:pPr>
            <a:r>
              <a:rPr lang="pl-PL" dirty="0"/>
              <a:t>Show the hide and lock feature</a:t>
            </a:r>
          </a:p>
          <a:p>
            <a:pPr marL="228600" indent="-228600">
              <a:buAutoNum type="arabicPeriod"/>
            </a:pPr>
            <a:r>
              <a:rPr lang="pl-PL" dirty="0"/>
              <a:t>Learn the Arrange feature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lang="pl-PL" dirty="0"/>
              <a:t>Rename boxes and showcase it with an animation</a:t>
            </a:r>
          </a:p>
          <a:p>
            <a:pPr marL="228600" indent="-228600">
              <a:buAutoNum type="arabicPeriod"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62AE8-207B-46DC-9570-06107ED0462B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2736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l-PL" dirty="0"/>
              <a:t>I used those websites:</a:t>
            </a:r>
          </a:p>
          <a:p>
            <a:r>
              <a:rPr lang="en-US" dirty="0"/>
              <a:t>https://uxwing.com/</a:t>
            </a:r>
            <a:endParaRPr lang="pl-PL" dirty="0"/>
          </a:p>
          <a:p>
            <a:r>
              <a:rPr lang="en-US" dirty="0"/>
              <a:t>https://unsplash.com/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62AE8-207B-46DC-9570-06107ED0462B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525634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Font typeface="+mj-lt"/>
              <a:buAutoNum type="arabicPeriod"/>
            </a:pPr>
            <a:r>
              <a:rPr lang="pl-PL" dirty="0"/>
              <a:t>Removing the background</a:t>
            </a:r>
          </a:p>
          <a:p>
            <a:pPr marL="228600" indent="-228600">
              <a:buFont typeface="+mj-lt"/>
              <a:buAutoNum type="arabicPeriod"/>
            </a:pPr>
            <a:r>
              <a:rPr lang="pl-PL" dirty="0"/>
              <a:t>Corrections, colors and effects</a:t>
            </a:r>
          </a:p>
          <a:p>
            <a:pPr marL="228600" indent="-228600">
              <a:buFont typeface="+mj-lt"/>
              <a:buAutoNum type="arabicPeriod"/>
            </a:pPr>
            <a:r>
              <a:rPr lang="pl-PL" dirty="0"/>
              <a:t>Cropping and adjusting to shape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62AE8-207B-46DC-9570-06107ED0462B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77124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62AE8-207B-46DC-9570-06107ED0462B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10769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pl-PL" dirty="0"/>
              <a:t>Show how to enable a ruler</a:t>
            </a:r>
          </a:p>
          <a:p>
            <a:pPr marL="228600" indent="-228600">
              <a:buAutoNum type="arabicPeriod"/>
            </a:pPr>
            <a:r>
              <a:rPr lang="pl-PL" dirty="0"/>
              <a:t>Show how to add guides</a:t>
            </a:r>
          </a:p>
          <a:p>
            <a:pPr marL="228600" indent="-228600">
              <a:buAutoNum type="arabicPeriod"/>
            </a:pPr>
            <a:r>
              <a:rPr lang="pl-PL" dirty="0"/>
              <a:t>Establish a few simple guides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AB62AE8-207B-46DC-9570-06107ED0462B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7249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71B91-CCB2-22F8-03BB-8275E0888D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D14868-D2BD-949A-D26A-EC6023728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6273DA-94A7-ED45-906B-58627330AA13}" type="datetimeFigureOut">
              <a:rPr lang="en-US" smtClean="0"/>
              <a:t>2/20/2023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9B77508-928F-3A49-0A05-2BFE64963A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872559-2F82-A281-3C69-BFD43C203B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B57691-1BE3-9543-B47F-9A56C3632E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14632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9660286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ED265764-BFA9-C6F2-27E5-A3AD700BFDF1}"/>
              </a:ext>
            </a:extLst>
          </p:cNvPr>
          <p:cNvGrpSpPr/>
          <p:nvPr userDrawn="1"/>
        </p:nvGrpSpPr>
        <p:grpSpPr>
          <a:xfrm flipH="1">
            <a:off x="0" y="0"/>
            <a:ext cx="10151692" cy="6858000"/>
            <a:chOff x="2040308" y="0"/>
            <a:chExt cx="10151692" cy="6858000"/>
          </a:xfrm>
        </p:grpSpPr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028AC3B5-E7F7-8891-0162-18A7A6798712}"/>
                </a:ext>
              </a:extLst>
            </p:cNvPr>
            <p:cNvSpPr/>
            <p:nvPr userDrawn="1"/>
          </p:nvSpPr>
          <p:spPr>
            <a:xfrm>
              <a:off x="2040308" y="0"/>
              <a:ext cx="10151692" cy="6858000"/>
            </a:xfrm>
            <a:custGeom>
              <a:avLst/>
              <a:gdLst>
                <a:gd name="connsiteX0" fmla="*/ 1079382 w 10151692"/>
                <a:gd name="connsiteY0" fmla="*/ 0 h 6858000"/>
                <a:gd name="connsiteX1" fmla="*/ 10151692 w 10151692"/>
                <a:gd name="connsiteY1" fmla="*/ 0 h 6858000"/>
                <a:gd name="connsiteX2" fmla="*/ 10151692 w 10151692"/>
                <a:gd name="connsiteY2" fmla="*/ 6858000 h 6858000"/>
                <a:gd name="connsiteX3" fmla="*/ 1079382 w 10151692"/>
                <a:gd name="connsiteY3" fmla="*/ 6858000 h 6858000"/>
                <a:gd name="connsiteX4" fmla="*/ 1023344 w 10151692"/>
                <a:gd name="connsiteY4" fmla="*/ 6779198 h 6858000"/>
                <a:gd name="connsiteX5" fmla="*/ 0 w 10151692"/>
                <a:gd name="connsiteY5" fmla="*/ 3429000 h 6858000"/>
                <a:gd name="connsiteX6" fmla="*/ 1023344 w 10151692"/>
                <a:gd name="connsiteY6" fmla="*/ 7880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0151692" h="6858000">
                  <a:moveTo>
                    <a:pt x="1079382" y="0"/>
                  </a:moveTo>
                  <a:lnTo>
                    <a:pt x="10151692" y="0"/>
                  </a:lnTo>
                  <a:lnTo>
                    <a:pt x="10151692" y="6858000"/>
                  </a:lnTo>
                  <a:lnTo>
                    <a:pt x="1079382" y="6858000"/>
                  </a:lnTo>
                  <a:lnTo>
                    <a:pt x="1023344" y="6779198"/>
                  </a:lnTo>
                  <a:cubicBezTo>
                    <a:pt x="377258" y="5822864"/>
                    <a:pt x="0" y="4669989"/>
                    <a:pt x="0" y="3429000"/>
                  </a:cubicBezTo>
                  <a:cubicBezTo>
                    <a:pt x="0" y="2188012"/>
                    <a:pt x="377258" y="1035136"/>
                    <a:pt x="1023344" y="78803"/>
                  </a:cubicBezTo>
                  <a:close/>
                </a:path>
              </a:pathLst>
            </a:custGeom>
            <a:solidFill>
              <a:schemeClr val="bg1">
                <a:alpha val="4677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 dirty="0"/>
            </a:p>
          </p:txBody>
        </p:sp>
        <p:sp>
          <p:nvSpPr>
            <p:cNvPr id="3" name="Freeform 2">
              <a:extLst>
                <a:ext uri="{FF2B5EF4-FFF2-40B4-BE49-F238E27FC236}">
                  <a16:creationId xmlns:a16="http://schemas.microsoft.com/office/drawing/2014/main" id="{23477438-0A23-190F-E184-A0F3AD4B6FBE}"/>
                </a:ext>
              </a:extLst>
            </p:cNvPr>
            <p:cNvSpPr/>
            <p:nvPr userDrawn="1"/>
          </p:nvSpPr>
          <p:spPr>
            <a:xfrm>
              <a:off x="4177964" y="0"/>
              <a:ext cx="7708736" cy="6858000"/>
            </a:xfrm>
            <a:custGeom>
              <a:avLst/>
              <a:gdLst>
                <a:gd name="connsiteX0" fmla="*/ 2094921 w 7708736"/>
                <a:gd name="connsiteY0" fmla="*/ 0 h 6858000"/>
                <a:gd name="connsiteX1" fmla="*/ 5613815 w 7708736"/>
                <a:gd name="connsiteY1" fmla="*/ 0 h 6858000"/>
                <a:gd name="connsiteX2" fmla="*/ 5691589 w 7708736"/>
                <a:gd name="connsiteY2" fmla="*/ 39833 h 6858000"/>
                <a:gd name="connsiteX3" fmla="*/ 7708736 w 7708736"/>
                <a:gd name="connsiteY3" fmla="*/ 3429000 h 6858000"/>
                <a:gd name="connsiteX4" fmla="*/ 5691589 w 7708736"/>
                <a:gd name="connsiteY4" fmla="*/ 6818167 h 6858000"/>
                <a:gd name="connsiteX5" fmla="*/ 5613815 w 7708736"/>
                <a:gd name="connsiteY5" fmla="*/ 6858000 h 6858000"/>
                <a:gd name="connsiteX6" fmla="*/ 2094921 w 7708736"/>
                <a:gd name="connsiteY6" fmla="*/ 6858000 h 6858000"/>
                <a:gd name="connsiteX7" fmla="*/ 2017148 w 7708736"/>
                <a:gd name="connsiteY7" fmla="*/ 6818167 h 6858000"/>
                <a:gd name="connsiteX8" fmla="*/ 0 w 7708736"/>
                <a:gd name="connsiteY8" fmla="*/ 3429000 h 6858000"/>
                <a:gd name="connsiteX9" fmla="*/ 2017148 w 7708736"/>
                <a:gd name="connsiteY9" fmla="*/ 39833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7708736" h="6858000">
                  <a:moveTo>
                    <a:pt x="2094921" y="0"/>
                  </a:moveTo>
                  <a:lnTo>
                    <a:pt x="5613815" y="0"/>
                  </a:lnTo>
                  <a:lnTo>
                    <a:pt x="5691589" y="39833"/>
                  </a:lnTo>
                  <a:cubicBezTo>
                    <a:pt x="6893092" y="692529"/>
                    <a:pt x="7708736" y="1965513"/>
                    <a:pt x="7708736" y="3429000"/>
                  </a:cubicBezTo>
                  <a:cubicBezTo>
                    <a:pt x="7708736" y="4892488"/>
                    <a:pt x="6893092" y="6165471"/>
                    <a:pt x="5691589" y="6818167"/>
                  </a:cubicBezTo>
                  <a:lnTo>
                    <a:pt x="5613815" y="6858000"/>
                  </a:lnTo>
                  <a:lnTo>
                    <a:pt x="2094921" y="6858000"/>
                  </a:lnTo>
                  <a:lnTo>
                    <a:pt x="2017148" y="6818167"/>
                  </a:lnTo>
                  <a:cubicBezTo>
                    <a:pt x="815644" y="6165471"/>
                    <a:pt x="0" y="4892488"/>
                    <a:pt x="0" y="3429000"/>
                  </a:cubicBezTo>
                  <a:cubicBezTo>
                    <a:pt x="0" y="1965513"/>
                    <a:pt x="815644" y="692529"/>
                    <a:pt x="2017148" y="39833"/>
                  </a:cubicBezTo>
                  <a:close/>
                </a:path>
              </a:pathLst>
            </a:custGeom>
            <a:solidFill>
              <a:schemeClr val="bg1">
                <a:alpha val="4677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id-ID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939A1E9-B0B9-B308-ACBA-29215CF0545E}"/>
                </a:ext>
              </a:extLst>
            </p:cNvPr>
            <p:cNvSpPr/>
            <p:nvPr userDrawn="1"/>
          </p:nvSpPr>
          <p:spPr>
            <a:xfrm>
              <a:off x="6033071" y="1429739"/>
              <a:ext cx="3998522" cy="3998522"/>
            </a:xfrm>
            <a:prstGeom prst="ellipse">
              <a:avLst/>
            </a:prstGeom>
            <a:solidFill>
              <a:schemeClr val="bg1">
                <a:alpha val="4677"/>
              </a:schemeClr>
            </a:solidFill>
            <a:ln>
              <a:noFill/>
            </a:ln>
            <a:effectLst>
              <a:outerShdw blurRad="1270000" sx="104000" sy="104000" algn="ctr" rotWithShape="0">
                <a:prstClr val="black">
                  <a:alpha val="75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/>
            </a:p>
          </p:txBody>
        </p:sp>
      </p:grpSp>
    </p:spTree>
    <p:extLst>
      <p:ext uri="{BB962C8B-B14F-4D97-AF65-F5344CB8AC3E}">
        <p14:creationId xmlns:p14="http://schemas.microsoft.com/office/powerpoint/2010/main" val="40289906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">
            <a:extLst>
              <a:ext uri="{FF2B5EF4-FFF2-40B4-BE49-F238E27FC236}">
                <a16:creationId xmlns:a16="http://schemas.microsoft.com/office/drawing/2014/main" id="{65D73BAF-76D5-A8ED-7530-9D892B6920B4}"/>
              </a:ext>
            </a:extLst>
          </p:cNvPr>
          <p:cNvSpPr/>
          <p:nvPr userDrawn="1"/>
        </p:nvSpPr>
        <p:spPr>
          <a:xfrm rot="10800000" flipV="1">
            <a:off x="-2295" y="3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410F20A5-B624-B340-510F-92D66455DE0B}"/>
              </a:ext>
            </a:extLst>
          </p:cNvPr>
          <p:cNvSpPr/>
          <p:nvPr userDrawn="1"/>
        </p:nvSpPr>
        <p:spPr>
          <a:xfrm flipV="1">
            <a:off x="1589649" y="1647953"/>
            <a:ext cx="2643804" cy="2971546"/>
          </a:xfrm>
          <a:custGeom>
            <a:avLst/>
            <a:gdLst>
              <a:gd name="connsiteX0" fmla="*/ 1321720 w 2643804"/>
              <a:gd name="connsiteY0" fmla="*/ 0 h 2971546"/>
              <a:gd name="connsiteX1" fmla="*/ 1347212 w 2643804"/>
              <a:gd name="connsiteY1" fmla="*/ 1296 h 2971546"/>
              <a:gd name="connsiteX2" fmla="*/ 1373067 w 2643804"/>
              <a:gd name="connsiteY2" fmla="*/ 5369 h 2971546"/>
              <a:gd name="connsiteX3" fmla="*/ 1399650 w 2643804"/>
              <a:gd name="connsiteY3" fmla="*/ 11851 h 2971546"/>
              <a:gd name="connsiteX4" fmla="*/ 1427145 w 2643804"/>
              <a:gd name="connsiteY4" fmla="*/ 21109 h 2971546"/>
              <a:gd name="connsiteX5" fmla="*/ 1456277 w 2643804"/>
              <a:gd name="connsiteY5" fmla="*/ 33145 h 2971546"/>
              <a:gd name="connsiteX6" fmla="*/ 1487230 w 2643804"/>
              <a:gd name="connsiteY6" fmla="*/ 47588 h 2971546"/>
              <a:gd name="connsiteX7" fmla="*/ 1520369 w 2643804"/>
              <a:gd name="connsiteY7" fmla="*/ 64808 h 2971546"/>
              <a:gd name="connsiteX8" fmla="*/ 1556057 w 2643804"/>
              <a:gd name="connsiteY8" fmla="*/ 84436 h 2971546"/>
              <a:gd name="connsiteX9" fmla="*/ 1594658 w 2643804"/>
              <a:gd name="connsiteY9" fmla="*/ 107026 h 2971546"/>
              <a:gd name="connsiteX10" fmla="*/ 1636718 w 2643804"/>
              <a:gd name="connsiteY10" fmla="*/ 132023 h 2971546"/>
              <a:gd name="connsiteX11" fmla="*/ 1682420 w 2643804"/>
              <a:gd name="connsiteY11" fmla="*/ 159983 h 2971546"/>
              <a:gd name="connsiteX12" fmla="*/ 1732311 w 2643804"/>
              <a:gd name="connsiteY12" fmla="*/ 190165 h 2971546"/>
              <a:gd name="connsiteX13" fmla="*/ 1786571 w 2643804"/>
              <a:gd name="connsiteY13" fmla="*/ 223310 h 2971546"/>
              <a:gd name="connsiteX14" fmla="*/ 1845564 w 2643804"/>
              <a:gd name="connsiteY14" fmla="*/ 258862 h 2971546"/>
              <a:gd name="connsiteX15" fmla="*/ 1909839 w 2643804"/>
              <a:gd name="connsiteY15" fmla="*/ 297377 h 2971546"/>
              <a:gd name="connsiteX16" fmla="*/ 1979758 w 2643804"/>
              <a:gd name="connsiteY16" fmla="*/ 338113 h 2971546"/>
              <a:gd name="connsiteX17" fmla="*/ 2049676 w 2643804"/>
              <a:gd name="connsiteY17" fmla="*/ 378665 h 2971546"/>
              <a:gd name="connsiteX18" fmla="*/ 2114862 w 2643804"/>
              <a:gd name="connsiteY18" fmla="*/ 415513 h 2971546"/>
              <a:gd name="connsiteX19" fmla="*/ 2174947 w 2643804"/>
              <a:gd name="connsiteY19" fmla="*/ 449213 h 2971546"/>
              <a:gd name="connsiteX20" fmla="*/ 2230664 w 2643804"/>
              <a:gd name="connsiteY20" fmla="*/ 480136 h 2971546"/>
              <a:gd name="connsiteX21" fmla="*/ 2281464 w 2643804"/>
              <a:gd name="connsiteY21" fmla="*/ 508281 h 2971546"/>
              <a:gd name="connsiteX22" fmla="*/ 2328259 w 2643804"/>
              <a:gd name="connsiteY22" fmla="*/ 534389 h 2971546"/>
              <a:gd name="connsiteX23" fmla="*/ 2370866 w 2643804"/>
              <a:gd name="connsiteY23" fmla="*/ 558461 h 2971546"/>
              <a:gd name="connsiteX24" fmla="*/ 2409467 w 2643804"/>
              <a:gd name="connsiteY24" fmla="*/ 580866 h 2971546"/>
              <a:gd name="connsiteX25" fmla="*/ 2444427 w 2643804"/>
              <a:gd name="connsiteY25" fmla="*/ 602345 h 2971546"/>
              <a:gd name="connsiteX26" fmla="*/ 2475926 w 2643804"/>
              <a:gd name="connsiteY26" fmla="*/ 622529 h 2971546"/>
              <a:gd name="connsiteX27" fmla="*/ 2503602 w 2643804"/>
              <a:gd name="connsiteY27" fmla="*/ 642157 h 2971546"/>
              <a:gd name="connsiteX28" fmla="*/ 2528547 w 2643804"/>
              <a:gd name="connsiteY28" fmla="*/ 661784 h 2971546"/>
              <a:gd name="connsiteX29" fmla="*/ 2550397 w 2643804"/>
              <a:gd name="connsiteY29" fmla="*/ 681041 h 2971546"/>
              <a:gd name="connsiteX30" fmla="*/ 2569151 w 2643804"/>
              <a:gd name="connsiteY30" fmla="*/ 700854 h 2971546"/>
              <a:gd name="connsiteX31" fmla="*/ 2585538 w 2643804"/>
              <a:gd name="connsiteY31" fmla="*/ 721407 h 2971546"/>
              <a:gd name="connsiteX32" fmla="*/ 2599376 w 2643804"/>
              <a:gd name="connsiteY32" fmla="*/ 742886 h 2971546"/>
              <a:gd name="connsiteX33" fmla="*/ 2610847 w 2643804"/>
              <a:gd name="connsiteY33" fmla="*/ 765662 h 2971546"/>
              <a:gd name="connsiteX34" fmla="*/ 2620316 w 2643804"/>
              <a:gd name="connsiteY34" fmla="*/ 790103 h 2971546"/>
              <a:gd name="connsiteX35" fmla="*/ 2627963 w 2643804"/>
              <a:gd name="connsiteY35" fmla="*/ 816582 h 2971546"/>
              <a:gd name="connsiteX36" fmla="*/ 2633608 w 2643804"/>
              <a:gd name="connsiteY36" fmla="*/ 845283 h 2971546"/>
              <a:gd name="connsiteX37" fmla="*/ 2638159 w 2643804"/>
              <a:gd name="connsiteY37" fmla="*/ 876577 h 2971546"/>
              <a:gd name="connsiteX38" fmla="*/ 2641073 w 2643804"/>
              <a:gd name="connsiteY38" fmla="*/ 910833 h 2971546"/>
              <a:gd name="connsiteX39" fmla="*/ 2642894 w 2643804"/>
              <a:gd name="connsiteY39" fmla="*/ 948236 h 2971546"/>
              <a:gd name="connsiteX40" fmla="*/ 2643622 w 2643804"/>
              <a:gd name="connsiteY40" fmla="*/ 989343 h 2971546"/>
              <a:gd name="connsiteX41" fmla="*/ 2643804 w 2643804"/>
              <a:gd name="connsiteY41" fmla="*/ 1034523 h 2971546"/>
              <a:gd name="connsiteX42" fmla="*/ 2643258 w 2643804"/>
              <a:gd name="connsiteY42" fmla="*/ 1083777 h 2971546"/>
              <a:gd name="connsiteX43" fmla="*/ 2642165 w 2643804"/>
              <a:gd name="connsiteY43" fmla="*/ 1137291 h 2971546"/>
              <a:gd name="connsiteX44" fmla="*/ 2641073 w 2643804"/>
              <a:gd name="connsiteY44" fmla="*/ 1195988 h 2971546"/>
              <a:gd name="connsiteX45" fmla="*/ 2639798 w 2643804"/>
              <a:gd name="connsiteY45" fmla="*/ 1259870 h 2971546"/>
              <a:gd name="connsiteX46" fmla="*/ 2638705 w 2643804"/>
              <a:gd name="connsiteY46" fmla="*/ 1329122 h 2971546"/>
              <a:gd name="connsiteX47" fmla="*/ 2637795 w 2643804"/>
              <a:gd name="connsiteY47" fmla="*/ 1404485 h 2971546"/>
              <a:gd name="connsiteX48" fmla="*/ 2637431 w 2643804"/>
              <a:gd name="connsiteY48" fmla="*/ 1485773 h 2971546"/>
              <a:gd name="connsiteX49" fmla="*/ 2637795 w 2643804"/>
              <a:gd name="connsiteY49" fmla="*/ 1567061 h 2971546"/>
              <a:gd name="connsiteX50" fmla="*/ 2638705 w 2643804"/>
              <a:gd name="connsiteY50" fmla="*/ 1642424 h 2971546"/>
              <a:gd name="connsiteX51" fmla="*/ 2639798 w 2643804"/>
              <a:gd name="connsiteY51" fmla="*/ 1711676 h 2971546"/>
              <a:gd name="connsiteX52" fmla="*/ 2641073 w 2643804"/>
              <a:gd name="connsiteY52" fmla="*/ 1775558 h 2971546"/>
              <a:gd name="connsiteX53" fmla="*/ 2642165 w 2643804"/>
              <a:gd name="connsiteY53" fmla="*/ 1834256 h 2971546"/>
              <a:gd name="connsiteX54" fmla="*/ 2643258 w 2643804"/>
              <a:gd name="connsiteY54" fmla="*/ 1887769 h 2971546"/>
              <a:gd name="connsiteX55" fmla="*/ 2643804 w 2643804"/>
              <a:gd name="connsiteY55" fmla="*/ 1937023 h 2971546"/>
              <a:gd name="connsiteX56" fmla="*/ 2643622 w 2643804"/>
              <a:gd name="connsiteY56" fmla="*/ 1982204 h 2971546"/>
              <a:gd name="connsiteX57" fmla="*/ 2642894 w 2643804"/>
              <a:gd name="connsiteY57" fmla="*/ 2023311 h 2971546"/>
              <a:gd name="connsiteX58" fmla="*/ 2641073 w 2643804"/>
              <a:gd name="connsiteY58" fmla="*/ 2060714 h 2971546"/>
              <a:gd name="connsiteX59" fmla="*/ 2638159 w 2643804"/>
              <a:gd name="connsiteY59" fmla="*/ 2094970 h 2971546"/>
              <a:gd name="connsiteX60" fmla="*/ 2633790 w 2643804"/>
              <a:gd name="connsiteY60" fmla="*/ 2126263 h 2971546"/>
              <a:gd name="connsiteX61" fmla="*/ 2627963 w 2643804"/>
              <a:gd name="connsiteY61" fmla="*/ 2154963 h 2971546"/>
              <a:gd name="connsiteX62" fmla="*/ 2620316 w 2643804"/>
              <a:gd name="connsiteY62" fmla="*/ 2181442 h 2971546"/>
              <a:gd name="connsiteX63" fmla="*/ 2610847 w 2643804"/>
              <a:gd name="connsiteY63" fmla="*/ 2205884 h 2971546"/>
              <a:gd name="connsiteX64" fmla="*/ 2599376 w 2643804"/>
              <a:gd name="connsiteY64" fmla="*/ 2228660 h 2971546"/>
              <a:gd name="connsiteX65" fmla="*/ 2585538 w 2643804"/>
              <a:gd name="connsiteY65" fmla="*/ 2250139 h 2971546"/>
              <a:gd name="connsiteX66" fmla="*/ 2569151 w 2643804"/>
              <a:gd name="connsiteY66" fmla="*/ 2270692 h 2971546"/>
              <a:gd name="connsiteX67" fmla="*/ 2550397 w 2643804"/>
              <a:gd name="connsiteY67" fmla="*/ 2290505 h 2971546"/>
              <a:gd name="connsiteX68" fmla="*/ 2528547 w 2643804"/>
              <a:gd name="connsiteY68" fmla="*/ 2309763 h 2971546"/>
              <a:gd name="connsiteX69" fmla="*/ 2503784 w 2643804"/>
              <a:gd name="connsiteY69" fmla="*/ 2329390 h 2971546"/>
              <a:gd name="connsiteX70" fmla="*/ 2475926 w 2643804"/>
              <a:gd name="connsiteY70" fmla="*/ 2349018 h 2971546"/>
              <a:gd name="connsiteX71" fmla="*/ 2444427 w 2643804"/>
              <a:gd name="connsiteY71" fmla="*/ 2369386 h 2971546"/>
              <a:gd name="connsiteX72" fmla="*/ 2409649 w 2643804"/>
              <a:gd name="connsiteY72" fmla="*/ 2390680 h 2971546"/>
              <a:gd name="connsiteX73" fmla="*/ 2370866 w 2643804"/>
              <a:gd name="connsiteY73" fmla="*/ 2413085 h 2971546"/>
              <a:gd name="connsiteX74" fmla="*/ 2328259 w 2643804"/>
              <a:gd name="connsiteY74" fmla="*/ 2437156 h 2971546"/>
              <a:gd name="connsiteX75" fmla="*/ 2281464 w 2643804"/>
              <a:gd name="connsiteY75" fmla="*/ 2463265 h 2971546"/>
              <a:gd name="connsiteX76" fmla="*/ 2230664 w 2643804"/>
              <a:gd name="connsiteY76" fmla="*/ 2491596 h 2971546"/>
              <a:gd name="connsiteX77" fmla="*/ 2174947 w 2643804"/>
              <a:gd name="connsiteY77" fmla="*/ 2522518 h 2971546"/>
              <a:gd name="connsiteX78" fmla="*/ 2114862 w 2643804"/>
              <a:gd name="connsiteY78" fmla="*/ 2556034 h 2971546"/>
              <a:gd name="connsiteX79" fmla="*/ 2049676 w 2643804"/>
              <a:gd name="connsiteY79" fmla="*/ 2592881 h 2971546"/>
              <a:gd name="connsiteX80" fmla="*/ 1979758 w 2643804"/>
              <a:gd name="connsiteY80" fmla="*/ 2633433 h 2971546"/>
              <a:gd name="connsiteX81" fmla="*/ 1909839 w 2643804"/>
              <a:gd name="connsiteY81" fmla="*/ 2674169 h 2971546"/>
              <a:gd name="connsiteX82" fmla="*/ 1845564 w 2643804"/>
              <a:gd name="connsiteY82" fmla="*/ 2712684 h 2971546"/>
              <a:gd name="connsiteX83" fmla="*/ 1786571 w 2643804"/>
              <a:gd name="connsiteY83" fmla="*/ 2748236 h 2971546"/>
              <a:gd name="connsiteX84" fmla="*/ 1732311 w 2643804"/>
              <a:gd name="connsiteY84" fmla="*/ 2781380 h 2971546"/>
              <a:gd name="connsiteX85" fmla="*/ 1682420 w 2643804"/>
              <a:gd name="connsiteY85" fmla="*/ 2811563 h 2971546"/>
              <a:gd name="connsiteX86" fmla="*/ 1636718 w 2643804"/>
              <a:gd name="connsiteY86" fmla="*/ 2839522 h 2971546"/>
              <a:gd name="connsiteX87" fmla="*/ 1594658 w 2643804"/>
              <a:gd name="connsiteY87" fmla="*/ 2864520 h 2971546"/>
              <a:gd name="connsiteX88" fmla="*/ 1556057 w 2643804"/>
              <a:gd name="connsiteY88" fmla="*/ 2887111 h 2971546"/>
              <a:gd name="connsiteX89" fmla="*/ 1520369 w 2643804"/>
              <a:gd name="connsiteY89" fmla="*/ 2906738 h 2971546"/>
              <a:gd name="connsiteX90" fmla="*/ 1487230 w 2643804"/>
              <a:gd name="connsiteY90" fmla="*/ 2923959 h 2971546"/>
              <a:gd name="connsiteX91" fmla="*/ 1456277 w 2643804"/>
              <a:gd name="connsiteY91" fmla="*/ 2938401 h 2971546"/>
              <a:gd name="connsiteX92" fmla="*/ 1427145 w 2643804"/>
              <a:gd name="connsiteY92" fmla="*/ 2950438 h 2971546"/>
              <a:gd name="connsiteX93" fmla="*/ 1399650 w 2643804"/>
              <a:gd name="connsiteY93" fmla="*/ 2959696 h 2971546"/>
              <a:gd name="connsiteX94" fmla="*/ 1373067 w 2643804"/>
              <a:gd name="connsiteY94" fmla="*/ 2966176 h 2971546"/>
              <a:gd name="connsiteX95" fmla="*/ 1347212 w 2643804"/>
              <a:gd name="connsiteY95" fmla="*/ 2970250 h 2971546"/>
              <a:gd name="connsiteX96" fmla="*/ 1321720 w 2643804"/>
              <a:gd name="connsiteY96" fmla="*/ 2971546 h 2971546"/>
              <a:gd name="connsiteX97" fmla="*/ 1296593 w 2643804"/>
              <a:gd name="connsiteY97" fmla="*/ 2970250 h 2971546"/>
              <a:gd name="connsiteX98" fmla="*/ 1270737 w 2643804"/>
              <a:gd name="connsiteY98" fmla="*/ 2966176 h 2971546"/>
              <a:gd name="connsiteX99" fmla="*/ 1244154 w 2643804"/>
              <a:gd name="connsiteY99" fmla="*/ 2959696 h 2971546"/>
              <a:gd name="connsiteX100" fmla="*/ 1216660 w 2643804"/>
              <a:gd name="connsiteY100" fmla="*/ 2950438 h 2971546"/>
              <a:gd name="connsiteX101" fmla="*/ 1187526 w 2643804"/>
              <a:gd name="connsiteY101" fmla="*/ 2938401 h 2971546"/>
              <a:gd name="connsiteX102" fmla="*/ 1156574 w 2643804"/>
              <a:gd name="connsiteY102" fmla="*/ 2923959 h 2971546"/>
              <a:gd name="connsiteX103" fmla="*/ 1123435 w 2643804"/>
              <a:gd name="connsiteY103" fmla="*/ 2906738 h 2971546"/>
              <a:gd name="connsiteX104" fmla="*/ 1087747 w 2643804"/>
              <a:gd name="connsiteY104" fmla="*/ 2887111 h 2971546"/>
              <a:gd name="connsiteX105" fmla="*/ 1049146 w 2643804"/>
              <a:gd name="connsiteY105" fmla="*/ 2864520 h 2971546"/>
              <a:gd name="connsiteX106" fmla="*/ 1007086 w 2643804"/>
              <a:gd name="connsiteY106" fmla="*/ 2839522 h 2971546"/>
              <a:gd name="connsiteX107" fmla="*/ 961383 w 2643804"/>
              <a:gd name="connsiteY107" fmla="*/ 2811563 h 2971546"/>
              <a:gd name="connsiteX108" fmla="*/ 911494 w 2643804"/>
              <a:gd name="connsiteY108" fmla="*/ 2781380 h 2971546"/>
              <a:gd name="connsiteX109" fmla="*/ 857233 w 2643804"/>
              <a:gd name="connsiteY109" fmla="*/ 2748236 h 2971546"/>
              <a:gd name="connsiteX110" fmla="*/ 798240 w 2643804"/>
              <a:gd name="connsiteY110" fmla="*/ 2712684 h 2971546"/>
              <a:gd name="connsiteX111" fmla="*/ 733965 w 2643804"/>
              <a:gd name="connsiteY111" fmla="*/ 2674169 h 2971546"/>
              <a:gd name="connsiteX112" fmla="*/ 664046 w 2643804"/>
              <a:gd name="connsiteY112" fmla="*/ 2633433 h 2971546"/>
              <a:gd name="connsiteX113" fmla="*/ 594128 w 2643804"/>
              <a:gd name="connsiteY113" fmla="*/ 2592881 h 2971546"/>
              <a:gd name="connsiteX114" fmla="*/ 528943 w 2643804"/>
              <a:gd name="connsiteY114" fmla="*/ 2556034 h 2971546"/>
              <a:gd name="connsiteX115" fmla="*/ 468857 w 2643804"/>
              <a:gd name="connsiteY115" fmla="*/ 2522333 h 2971546"/>
              <a:gd name="connsiteX116" fmla="*/ 413140 w 2643804"/>
              <a:gd name="connsiteY116" fmla="*/ 2491411 h 2971546"/>
              <a:gd name="connsiteX117" fmla="*/ 362340 w 2643804"/>
              <a:gd name="connsiteY117" fmla="*/ 2463265 h 2971546"/>
              <a:gd name="connsiteX118" fmla="*/ 315545 w 2643804"/>
              <a:gd name="connsiteY118" fmla="*/ 2437156 h 2971546"/>
              <a:gd name="connsiteX119" fmla="*/ 272938 w 2643804"/>
              <a:gd name="connsiteY119" fmla="*/ 2413085 h 2971546"/>
              <a:gd name="connsiteX120" fmla="*/ 234337 w 2643804"/>
              <a:gd name="connsiteY120" fmla="*/ 2390680 h 2971546"/>
              <a:gd name="connsiteX121" fmla="*/ 199378 w 2643804"/>
              <a:gd name="connsiteY121" fmla="*/ 2369201 h 2971546"/>
              <a:gd name="connsiteX122" fmla="*/ 167878 w 2643804"/>
              <a:gd name="connsiteY122" fmla="*/ 2349018 h 2971546"/>
              <a:gd name="connsiteX123" fmla="*/ 140202 w 2643804"/>
              <a:gd name="connsiteY123" fmla="*/ 2329390 h 2971546"/>
              <a:gd name="connsiteX124" fmla="*/ 115256 w 2643804"/>
              <a:gd name="connsiteY124" fmla="*/ 2309763 h 2971546"/>
              <a:gd name="connsiteX125" fmla="*/ 93407 w 2643804"/>
              <a:gd name="connsiteY125" fmla="*/ 2290505 h 2971546"/>
              <a:gd name="connsiteX126" fmla="*/ 74652 w 2643804"/>
              <a:gd name="connsiteY126" fmla="*/ 2270692 h 2971546"/>
              <a:gd name="connsiteX127" fmla="*/ 58266 w 2643804"/>
              <a:gd name="connsiteY127" fmla="*/ 2250139 h 2971546"/>
              <a:gd name="connsiteX128" fmla="*/ 44428 w 2643804"/>
              <a:gd name="connsiteY128" fmla="*/ 2228660 h 2971546"/>
              <a:gd name="connsiteX129" fmla="*/ 32956 w 2643804"/>
              <a:gd name="connsiteY129" fmla="*/ 2205884 h 2971546"/>
              <a:gd name="connsiteX130" fmla="*/ 23488 w 2643804"/>
              <a:gd name="connsiteY130" fmla="*/ 2181442 h 2971546"/>
              <a:gd name="connsiteX131" fmla="*/ 15841 w 2643804"/>
              <a:gd name="connsiteY131" fmla="*/ 2154963 h 2971546"/>
              <a:gd name="connsiteX132" fmla="*/ 10196 w 2643804"/>
              <a:gd name="connsiteY132" fmla="*/ 2126263 h 2971546"/>
              <a:gd name="connsiteX133" fmla="*/ 5644 w 2643804"/>
              <a:gd name="connsiteY133" fmla="*/ 2094970 h 2971546"/>
              <a:gd name="connsiteX134" fmla="*/ 2732 w 2643804"/>
              <a:gd name="connsiteY134" fmla="*/ 2060714 h 2971546"/>
              <a:gd name="connsiteX135" fmla="*/ 910 w 2643804"/>
              <a:gd name="connsiteY135" fmla="*/ 2023311 h 2971546"/>
              <a:gd name="connsiteX136" fmla="*/ 182 w 2643804"/>
              <a:gd name="connsiteY136" fmla="*/ 1982204 h 2971546"/>
              <a:gd name="connsiteX137" fmla="*/ 0 w 2643804"/>
              <a:gd name="connsiteY137" fmla="*/ 1937023 h 2971546"/>
              <a:gd name="connsiteX138" fmla="*/ 546 w 2643804"/>
              <a:gd name="connsiteY138" fmla="*/ 1887769 h 2971546"/>
              <a:gd name="connsiteX139" fmla="*/ 1639 w 2643804"/>
              <a:gd name="connsiteY139" fmla="*/ 1834256 h 2971546"/>
              <a:gd name="connsiteX140" fmla="*/ 2732 w 2643804"/>
              <a:gd name="connsiteY140" fmla="*/ 1775558 h 2971546"/>
              <a:gd name="connsiteX141" fmla="*/ 4006 w 2643804"/>
              <a:gd name="connsiteY141" fmla="*/ 1711676 h 2971546"/>
              <a:gd name="connsiteX142" fmla="*/ 5098 w 2643804"/>
              <a:gd name="connsiteY142" fmla="*/ 1642424 h 2971546"/>
              <a:gd name="connsiteX143" fmla="*/ 6008 w 2643804"/>
              <a:gd name="connsiteY143" fmla="*/ 1567061 h 2971546"/>
              <a:gd name="connsiteX144" fmla="*/ 6372 w 2643804"/>
              <a:gd name="connsiteY144" fmla="*/ 1485773 h 2971546"/>
              <a:gd name="connsiteX145" fmla="*/ 6008 w 2643804"/>
              <a:gd name="connsiteY145" fmla="*/ 1404485 h 2971546"/>
              <a:gd name="connsiteX146" fmla="*/ 5098 w 2643804"/>
              <a:gd name="connsiteY146" fmla="*/ 1329122 h 2971546"/>
              <a:gd name="connsiteX147" fmla="*/ 4006 w 2643804"/>
              <a:gd name="connsiteY147" fmla="*/ 1259870 h 2971546"/>
              <a:gd name="connsiteX148" fmla="*/ 2732 w 2643804"/>
              <a:gd name="connsiteY148" fmla="*/ 1195988 h 2971546"/>
              <a:gd name="connsiteX149" fmla="*/ 1639 w 2643804"/>
              <a:gd name="connsiteY149" fmla="*/ 1137291 h 2971546"/>
              <a:gd name="connsiteX150" fmla="*/ 546 w 2643804"/>
              <a:gd name="connsiteY150" fmla="*/ 1083777 h 2971546"/>
              <a:gd name="connsiteX151" fmla="*/ 0 w 2643804"/>
              <a:gd name="connsiteY151" fmla="*/ 1034523 h 2971546"/>
              <a:gd name="connsiteX152" fmla="*/ 182 w 2643804"/>
              <a:gd name="connsiteY152" fmla="*/ 989343 h 2971546"/>
              <a:gd name="connsiteX153" fmla="*/ 910 w 2643804"/>
              <a:gd name="connsiteY153" fmla="*/ 948236 h 2971546"/>
              <a:gd name="connsiteX154" fmla="*/ 2732 w 2643804"/>
              <a:gd name="connsiteY154" fmla="*/ 910833 h 2971546"/>
              <a:gd name="connsiteX155" fmla="*/ 5644 w 2643804"/>
              <a:gd name="connsiteY155" fmla="*/ 876577 h 2971546"/>
              <a:gd name="connsiteX156" fmla="*/ 10014 w 2643804"/>
              <a:gd name="connsiteY156" fmla="*/ 845283 h 2971546"/>
              <a:gd name="connsiteX157" fmla="*/ 15841 w 2643804"/>
              <a:gd name="connsiteY157" fmla="*/ 816582 h 2971546"/>
              <a:gd name="connsiteX158" fmla="*/ 23488 w 2643804"/>
              <a:gd name="connsiteY158" fmla="*/ 790103 h 2971546"/>
              <a:gd name="connsiteX159" fmla="*/ 32956 w 2643804"/>
              <a:gd name="connsiteY159" fmla="*/ 765662 h 2971546"/>
              <a:gd name="connsiteX160" fmla="*/ 44428 w 2643804"/>
              <a:gd name="connsiteY160" fmla="*/ 742886 h 2971546"/>
              <a:gd name="connsiteX161" fmla="*/ 58266 w 2643804"/>
              <a:gd name="connsiteY161" fmla="*/ 721407 h 2971546"/>
              <a:gd name="connsiteX162" fmla="*/ 74652 w 2643804"/>
              <a:gd name="connsiteY162" fmla="*/ 700854 h 2971546"/>
              <a:gd name="connsiteX163" fmla="*/ 93407 w 2643804"/>
              <a:gd name="connsiteY163" fmla="*/ 681041 h 2971546"/>
              <a:gd name="connsiteX164" fmla="*/ 115256 w 2643804"/>
              <a:gd name="connsiteY164" fmla="*/ 661784 h 2971546"/>
              <a:gd name="connsiteX165" fmla="*/ 140020 w 2643804"/>
              <a:gd name="connsiteY165" fmla="*/ 642157 h 2971546"/>
              <a:gd name="connsiteX166" fmla="*/ 167878 w 2643804"/>
              <a:gd name="connsiteY166" fmla="*/ 622529 h 2971546"/>
              <a:gd name="connsiteX167" fmla="*/ 199378 w 2643804"/>
              <a:gd name="connsiteY167" fmla="*/ 602161 h 2971546"/>
              <a:gd name="connsiteX168" fmla="*/ 234155 w 2643804"/>
              <a:gd name="connsiteY168" fmla="*/ 580866 h 2971546"/>
              <a:gd name="connsiteX169" fmla="*/ 272938 w 2643804"/>
              <a:gd name="connsiteY169" fmla="*/ 558461 h 2971546"/>
              <a:gd name="connsiteX170" fmla="*/ 315545 w 2643804"/>
              <a:gd name="connsiteY170" fmla="*/ 534389 h 2971546"/>
              <a:gd name="connsiteX171" fmla="*/ 362340 w 2643804"/>
              <a:gd name="connsiteY171" fmla="*/ 508281 h 2971546"/>
              <a:gd name="connsiteX172" fmla="*/ 413140 w 2643804"/>
              <a:gd name="connsiteY172" fmla="*/ 479951 h 2971546"/>
              <a:gd name="connsiteX173" fmla="*/ 468857 w 2643804"/>
              <a:gd name="connsiteY173" fmla="*/ 449028 h 2971546"/>
              <a:gd name="connsiteX174" fmla="*/ 528943 w 2643804"/>
              <a:gd name="connsiteY174" fmla="*/ 415513 h 2971546"/>
              <a:gd name="connsiteX175" fmla="*/ 594128 w 2643804"/>
              <a:gd name="connsiteY175" fmla="*/ 378665 h 2971546"/>
              <a:gd name="connsiteX176" fmla="*/ 664046 w 2643804"/>
              <a:gd name="connsiteY176" fmla="*/ 338113 h 2971546"/>
              <a:gd name="connsiteX177" fmla="*/ 733965 w 2643804"/>
              <a:gd name="connsiteY177" fmla="*/ 297377 h 2971546"/>
              <a:gd name="connsiteX178" fmla="*/ 798240 w 2643804"/>
              <a:gd name="connsiteY178" fmla="*/ 258862 h 2971546"/>
              <a:gd name="connsiteX179" fmla="*/ 857233 w 2643804"/>
              <a:gd name="connsiteY179" fmla="*/ 223310 h 2971546"/>
              <a:gd name="connsiteX180" fmla="*/ 911494 w 2643804"/>
              <a:gd name="connsiteY180" fmla="*/ 190165 h 2971546"/>
              <a:gd name="connsiteX181" fmla="*/ 961383 w 2643804"/>
              <a:gd name="connsiteY181" fmla="*/ 159983 h 2971546"/>
              <a:gd name="connsiteX182" fmla="*/ 1007086 w 2643804"/>
              <a:gd name="connsiteY182" fmla="*/ 132023 h 2971546"/>
              <a:gd name="connsiteX183" fmla="*/ 1049146 w 2643804"/>
              <a:gd name="connsiteY183" fmla="*/ 107026 h 2971546"/>
              <a:gd name="connsiteX184" fmla="*/ 1087747 w 2643804"/>
              <a:gd name="connsiteY184" fmla="*/ 84436 h 2971546"/>
              <a:gd name="connsiteX185" fmla="*/ 1123435 w 2643804"/>
              <a:gd name="connsiteY185" fmla="*/ 64808 h 2971546"/>
              <a:gd name="connsiteX186" fmla="*/ 1156574 w 2643804"/>
              <a:gd name="connsiteY186" fmla="*/ 47588 h 2971546"/>
              <a:gd name="connsiteX187" fmla="*/ 1187526 w 2643804"/>
              <a:gd name="connsiteY187" fmla="*/ 33145 h 2971546"/>
              <a:gd name="connsiteX188" fmla="*/ 1216660 w 2643804"/>
              <a:gd name="connsiteY188" fmla="*/ 21109 h 2971546"/>
              <a:gd name="connsiteX189" fmla="*/ 1244154 w 2643804"/>
              <a:gd name="connsiteY189" fmla="*/ 11851 h 2971546"/>
              <a:gd name="connsiteX190" fmla="*/ 1270737 w 2643804"/>
              <a:gd name="connsiteY190" fmla="*/ 5369 h 2971546"/>
              <a:gd name="connsiteX191" fmla="*/ 1296593 w 2643804"/>
              <a:gd name="connsiteY191" fmla="*/ 1296 h 2971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2643804" h="2971546">
                <a:moveTo>
                  <a:pt x="1321720" y="0"/>
                </a:moveTo>
                <a:lnTo>
                  <a:pt x="1347212" y="1296"/>
                </a:lnTo>
                <a:lnTo>
                  <a:pt x="1373067" y="5369"/>
                </a:lnTo>
                <a:lnTo>
                  <a:pt x="1399650" y="11851"/>
                </a:lnTo>
                <a:lnTo>
                  <a:pt x="1427145" y="21109"/>
                </a:lnTo>
                <a:lnTo>
                  <a:pt x="1456277" y="33145"/>
                </a:lnTo>
                <a:lnTo>
                  <a:pt x="1487230" y="47588"/>
                </a:lnTo>
                <a:lnTo>
                  <a:pt x="1520369" y="64808"/>
                </a:lnTo>
                <a:lnTo>
                  <a:pt x="1556057" y="84436"/>
                </a:lnTo>
                <a:lnTo>
                  <a:pt x="1594658" y="107026"/>
                </a:lnTo>
                <a:lnTo>
                  <a:pt x="1636718" y="132023"/>
                </a:lnTo>
                <a:lnTo>
                  <a:pt x="1682420" y="159983"/>
                </a:lnTo>
                <a:lnTo>
                  <a:pt x="1732311" y="190165"/>
                </a:lnTo>
                <a:lnTo>
                  <a:pt x="1786571" y="223310"/>
                </a:lnTo>
                <a:lnTo>
                  <a:pt x="1845564" y="258862"/>
                </a:lnTo>
                <a:lnTo>
                  <a:pt x="1909839" y="297377"/>
                </a:lnTo>
                <a:lnTo>
                  <a:pt x="1979758" y="338113"/>
                </a:lnTo>
                <a:lnTo>
                  <a:pt x="2049676" y="378665"/>
                </a:lnTo>
                <a:lnTo>
                  <a:pt x="2114862" y="415513"/>
                </a:lnTo>
                <a:lnTo>
                  <a:pt x="2174947" y="449213"/>
                </a:lnTo>
                <a:lnTo>
                  <a:pt x="2230664" y="480136"/>
                </a:lnTo>
                <a:lnTo>
                  <a:pt x="2281464" y="508281"/>
                </a:lnTo>
                <a:lnTo>
                  <a:pt x="2328259" y="534389"/>
                </a:lnTo>
                <a:lnTo>
                  <a:pt x="2370866" y="558461"/>
                </a:lnTo>
                <a:lnTo>
                  <a:pt x="2409467" y="580866"/>
                </a:lnTo>
                <a:lnTo>
                  <a:pt x="2444427" y="602345"/>
                </a:lnTo>
                <a:lnTo>
                  <a:pt x="2475926" y="622529"/>
                </a:lnTo>
                <a:lnTo>
                  <a:pt x="2503602" y="642157"/>
                </a:lnTo>
                <a:lnTo>
                  <a:pt x="2528547" y="661784"/>
                </a:lnTo>
                <a:lnTo>
                  <a:pt x="2550397" y="681041"/>
                </a:lnTo>
                <a:lnTo>
                  <a:pt x="2569151" y="700854"/>
                </a:lnTo>
                <a:lnTo>
                  <a:pt x="2585538" y="721407"/>
                </a:lnTo>
                <a:lnTo>
                  <a:pt x="2599376" y="742886"/>
                </a:lnTo>
                <a:lnTo>
                  <a:pt x="2610847" y="765662"/>
                </a:lnTo>
                <a:lnTo>
                  <a:pt x="2620316" y="790103"/>
                </a:lnTo>
                <a:lnTo>
                  <a:pt x="2627963" y="816582"/>
                </a:lnTo>
                <a:lnTo>
                  <a:pt x="2633608" y="845283"/>
                </a:lnTo>
                <a:lnTo>
                  <a:pt x="2638159" y="876577"/>
                </a:lnTo>
                <a:lnTo>
                  <a:pt x="2641073" y="910833"/>
                </a:lnTo>
                <a:lnTo>
                  <a:pt x="2642894" y="948236"/>
                </a:lnTo>
                <a:lnTo>
                  <a:pt x="2643622" y="989343"/>
                </a:lnTo>
                <a:lnTo>
                  <a:pt x="2643804" y="1034523"/>
                </a:lnTo>
                <a:lnTo>
                  <a:pt x="2643258" y="1083777"/>
                </a:lnTo>
                <a:lnTo>
                  <a:pt x="2642165" y="1137291"/>
                </a:lnTo>
                <a:lnTo>
                  <a:pt x="2641073" y="1195988"/>
                </a:lnTo>
                <a:lnTo>
                  <a:pt x="2639798" y="1259870"/>
                </a:lnTo>
                <a:lnTo>
                  <a:pt x="2638705" y="1329122"/>
                </a:lnTo>
                <a:lnTo>
                  <a:pt x="2637795" y="1404485"/>
                </a:lnTo>
                <a:lnTo>
                  <a:pt x="2637431" y="1485773"/>
                </a:lnTo>
                <a:lnTo>
                  <a:pt x="2637795" y="1567061"/>
                </a:lnTo>
                <a:lnTo>
                  <a:pt x="2638705" y="1642424"/>
                </a:lnTo>
                <a:lnTo>
                  <a:pt x="2639798" y="1711676"/>
                </a:lnTo>
                <a:lnTo>
                  <a:pt x="2641073" y="1775558"/>
                </a:lnTo>
                <a:lnTo>
                  <a:pt x="2642165" y="1834256"/>
                </a:lnTo>
                <a:lnTo>
                  <a:pt x="2643258" y="1887769"/>
                </a:lnTo>
                <a:lnTo>
                  <a:pt x="2643804" y="1937023"/>
                </a:lnTo>
                <a:lnTo>
                  <a:pt x="2643622" y="1982204"/>
                </a:lnTo>
                <a:lnTo>
                  <a:pt x="2642894" y="2023311"/>
                </a:lnTo>
                <a:lnTo>
                  <a:pt x="2641073" y="2060714"/>
                </a:lnTo>
                <a:lnTo>
                  <a:pt x="2638159" y="2094970"/>
                </a:lnTo>
                <a:lnTo>
                  <a:pt x="2633790" y="2126263"/>
                </a:lnTo>
                <a:lnTo>
                  <a:pt x="2627963" y="2154963"/>
                </a:lnTo>
                <a:lnTo>
                  <a:pt x="2620316" y="2181442"/>
                </a:lnTo>
                <a:lnTo>
                  <a:pt x="2610847" y="2205884"/>
                </a:lnTo>
                <a:lnTo>
                  <a:pt x="2599376" y="2228660"/>
                </a:lnTo>
                <a:lnTo>
                  <a:pt x="2585538" y="2250139"/>
                </a:lnTo>
                <a:lnTo>
                  <a:pt x="2569151" y="2270692"/>
                </a:lnTo>
                <a:lnTo>
                  <a:pt x="2550397" y="2290505"/>
                </a:lnTo>
                <a:lnTo>
                  <a:pt x="2528547" y="2309763"/>
                </a:lnTo>
                <a:lnTo>
                  <a:pt x="2503784" y="2329390"/>
                </a:lnTo>
                <a:lnTo>
                  <a:pt x="2475926" y="2349018"/>
                </a:lnTo>
                <a:lnTo>
                  <a:pt x="2444427" y="2369386"/>
                </a:lnTo>
                <a:lnTo>
                  <a:pt x="2409649" y="2390680"/>
                </a:lnTo>
                <a:lnTo>
                  <a:pt x="2370866" y="2413085"/>
                </a:lnTo>
                <a:lnTo>
                  <a:pt x="2328259" y="2437156"/>
                </a:lnTo>
                <a:lnTo>
                  <a:pt x="2281464" y="2463265"/>
                </a:lnTo>
                <a:lnTo>
                  <a:pt x="2230664" y="2491596"/>
                </a:lnTo>
                <a:lnTo>
                  <a:pt x="2174947" y="2522518"/>
                </a:lnTo>
                <a:lnTo>
                  <a:pt x="2114862" y="2556034"/>
                </a:lnTo>
                <a:lnTo>
                  <a:pt x="2049676" y="2592881"/>
                </a:lnTo>
                <a:lnTo>
                  <a:pt x="1979758" y="2633433"/>
                </a:lnTo>
                <a:lnTo>
                  <a:pt x="1909839" y="2674169"/>
                </a:lnTo>
                <a:lnTo>
                  <a:pt x="1845564" y="2712684"/>
                </a:lnTo>
                <a:lnTo>
                  <a:pt x="1786571" y="2748236"/>
                </a:lnTo>
                <a:lnTo>
                  <a:pt x="1732311" y="2781380"/>
                </a:lnTo>
                <a:lnTo>
                  <a:pt x="1682420" y="2811563"/>
                </a:lnTo>
                <a:lnTo>
                  <a:pt x="1636718" y="2839522"/>
                </a:lnTo>
                <a:lnTo>
                  <a:pt x="1594658" y="2864520"/>
                </a:lnTo>
                <a:lnTo>
                  <a:pt x="1556057" y="2887111"/>
                </a:lnTo>
                <a:lnTo>
                  <a:pt x="1520369" y="2906738"/>
                </a:lnTo>
                <a:lnTo>
                  <a:pt x="1487230" y="2923959"/>
                </a:lnTo>
                <a:lnTo>
                  <a:pt x="1456277" y="2938401"/>
                </a:lnTo>
                <a:lnTo>
                  <a:pt x="1427145" y="2950438"/>
                </a:lnTo>
                <a:lnTo>
                  <a:pt x="1399650" y="2959696"/>
                </a:lnTo>
                <a:lnTo>
                  <a:pt x="1373067" y="2966176"/>
                </a:lnTo>
                <a:lnTo>
                  <a:pt x="1347212" y="2970250"/>
                </a:lnTo>
                <a:lnTo>
                  <a:pt x="1321720" y="2971546"/>
                </a:lnTo>
                <a:lnTo>
                  <a:pt x="1296593" y="2970250"/>
                </a:lnTo>
                <a:lnTo>
                  <a:pt x="1270737" y="2966176"/>
                </a:lnTo>
                <a:lnTo>
                  <a:pt x="1244154" y="2959696"/>
                </a:lnTo>
                <a:lnTo>
                  <a:pt x="1216660" y="2950438"/>
                </a:lnTo>
                <a:lnTo>
                  <a:pt x="1187526" y="2938401"/>
                </a:lnTo>
                <a:lnTo>
                  <a:pt x="1156574" y="2923959"/>
                </a:lnTo>
                <a:lnTo>
                  <a:pt x="1123435" y="2906738"/>
                </a:lnTo>
                <a:lnTo>
                  <a:pt x="1087747" y="2887111"/>
                </a:lnTo>
                <a:lnTo>
                  <a:pt x="1049146" y="2864520"/>
                </a:lnTo>
                <a:lnTo>
                  <a:pt x="1007086" y="2839522"/>
                </a:lnTo>
                <a:lnTo>
                  <a:pt x="961383" y="2811563"/>
                </a:lnTo>
                <a:lnTo>
                  <a:pt x="911494" y="2781380"/>
                </a:lnTo>
                <a:lnTo>
                  <a:pt x="857233" y="2748236"/>
                </a:lnTo>
                <a:lnTo>
                  <a:pt x="798240" y="2712684"/>
                </a:lnTo>
                <a:lnTo>
                  <a:pt x="733965" y="2674169"/>
                </a:lnTo>
                <a:lnTo>
                  <a:pt x="664046" y="2633433"/>
                </a:lnTo>
                <a:lnTo>
                  <a:pt x="594128" y="2592881"/>
                </a:lnTo>
                <a:lnTo>
                  <a:pt x="528943" y="2556034"/>
                </a:lnTo>
                <a:lnTo>
                  <a:pt x="468857" y="2522333"/>
                </a:lnTo>
                <a:lnTo>
                  <a:pt x="413140" y="2491411"/>
                </a:lnTo>
                <a:lnTo>
                  <a:pt x="362340" y="2463265"/>
                </a:lnTo>
                <a:lnTo>
                  <a:pt x="315545" y="2437156"/>
                </a:lnTo>
                <a:lnTo>
                  <a:pt x="272938" y="2413085"/>
                </a:lnTo>
                <a:lnTo>
                  <a:pt x="234337" y="2390680"/>
                </a:lnTo>
                <a:lnTo>
                  <a:pt x="199378" y="2369201"/>
                </a:lnTo>
                <a:lnTo>
                  <a:pt x="167878" y="2349018"/>
                </a:lnTo>
                <a:lnTo>
                  <a:pt x="140202" y="2329390"/>
                </a:lnTo>
                <a:lnTo>
                  <a:pt x="115256" y="2309763"/>
                </a:lnTo>
                <a:lnTo>
                  <a:pt x="93407" y="2290505"/>
                </a:lnTo>
                <a:lnTo>
                  <a:pt x="74652" y="2270692"/>
                </a:lnTo>
                <a:lnTo>
                  <a:pt x="58266" y="2250139"/>
                </a:lnTo>
                <a:lnTo>
                  <a:pt x="44428" y="2228660"/>
                </a:lnTo>
                <a:lnTo>
                  <a:pt x="32956" y="2205884"/>
                </a:lnTo>
                <a:lnTo>
                  <a:pt x="23488" y="2181442"/>
                </a:lnTo>
                <a:lnTo>
                  <a:pt x="15841" y="2154963"/>
                </a:lnTo>
                <a:lnTo>
                  <a:pt x="10196" y="2126263"/>
                </a:lnTo>
                <a:lnTo>
                  <a:pt x="5644" y="2094970"/>
                </a:lnTo>
                <a:lnTo>
                  <a:pt x="2732" y="2060714"/>
                </a:lnTo>
                <a:lnTo>
                  <a:pt x="910" y="2023311"/>
                </a:lnTo>
                <a:lnTo>
                  <a:pt x="182" y="1982204"/>
                </a:lnTo>
                <a:lnTo>
                  <a:pt x="0" y="1937023"/>
                </a:lnTo>
                <a:lnTo>
                  <a:pt x="546" y="1887769"/>
                </a:lnTo>
                <a:lnTo>
                  <a:pt x="1639" y="1834256"/>
                </a:lnTo>
                <a:lnTo>
                  <a:pt x="2732" y="1775558"/>
                </a:lnTo>
                <a:lnTo>
                  <a:pt x="4006" y="1711676"/>
                </a:lnTo>
                <a:lnTo>
                  <a:pt x="5098" y="1642424"/>
                </a:lnTo>
                <a:lnTo>
                  <a:pt x="6008" y="1567061"/>
                </a:lnTo>
                <a:lnTo>
                  <a:pt x="6372" y="1485773"/>
                </a:lnTo>
                <a:lnTo>
                  <a:pt x="6008" y="1404485"/>
                </a:lnTo>
                <a:lnTo>
                  <a:pt x="5098" y="1329122"/>
                </a:lnTo>
                <a:lnTo>
                  <a:pt x="4006" y="1259870"/>
                </a:lnTo>
                <a:lnTo>
                  <a:pt x="2732" y="1195988"/>
                </a:lnTo>
                <a:lnTo>
                  <a:pt x="1639" y="1137291"/>
                </a:lnTo>
                <a:lnTo>
                  <a:pt x="546" y="1083777"/>
                </a:lnTo>
                <a:lnTo>
                  <a:pt x="0" y="1034523"/>
                </a:lnTo>
                <a:lnTo>
                  <a:pt x="182" y="989343"/>
                </a:lnTo>
                <a:lnTo>
                  <a:pt x="910" y="948236"/>
                </a:lnTo>
                <a:lnTo>
                  <a:pt x="2732" y="910833"/>
                </a:lnTo>
                <a:lnTo>
                  <a:pt x="5644" y="876577"/>
                </a:lnTo>
                <a:lnTo>
                  <a:pt x="10014" y="845283"/>
                </a:lnTo>
                <a:lnTo>
                  <a:pt x="15841" y="816582"/>
                </a:lnTo>
                <a:lnTo>
                  <a:pt x="23488" y="790103"/>
                </a:lnTo>
                <a:lnTo>
                  <a:pt x="32956" y="765662"/>
                </a:lnTo>
                <a:lnTo>
                  <a:pt x="44428" y="742886"/>
                </a:lnTo>
                <a:lnTo>
                  <a:pt x="58266" y="721407"/>
                </a:lnTo>
                <a:lnTo>
                  <a:pt x="74652" y="700854"/>
                </a:lnTo>
                <a:lnTo>
                  <a:pt x="93407" y="681041"/>
                </a:lnTo>
                <a:lnTo>
                  <a:pt x="115256" y="661784"/>
                </a:lnTo>
                <a:lnTo>
                  <a:pt x="140020" y="642157"/>
                </a:lnTo>
                <a:lnTo>
                  <a:pt x="167878" y="622529"/>
                </a:lnTo>
                <a:lnTo>
                  <a:pt x="199378" y="602161"/>
                </a:lnTo>
                <a:lnTo>
                  <a:pt x="234155" y="580866"/>
                </a:lnTo>
                <a:lnTo>
                  <a:pt x="272938" y="558461"/>
                </a:lnTo>
                <a:lnTo>
                  <a:pt x="315545" y="534389"/>
                </a:lnTo>
                <a:lnTo>
                  <a:pt x="362340" y="508281"/>
                </a:lnTo>
                <a:lnTo>
                  <a:pt x="413140" y="479951"/>
                </a:lnTo>
                <a:lnTo>
                  <a:pt x="468857" y="449028"/>
                </a:lnTo>
                <a:lnTo>
                  <a:pt x="528943" y="415513"/>
                </a:lnTo>
                <a:lnTo>
                  <a:pt x="594128" y="378665"/>
                </a:lnTo>
                <a:lnTo>
                  <a:pt x="664046" y="338113"/>
                </a:lnTo>
                <a:lnTo>
                  <a:pt x="733965" y="297377"/>
                </a:lnTo>
                <a:lnTo>
                  <a:pt x="798240" y="258862"/>
                </a:lnTo>
                <a:lnTo>
                  <a:pt x="857233" y="223310"/>
                </a:lnTo>
                <a:lnTo>
                  <a:pt x="911494" y="190165"/>
                </a:lnTo>
                <a:lnTo>
                  <a:pt x="961383" y="159983"/>
                </a:lnTo>
                <a:lnTo>
                  <a:pt x="1007086" y="132023"/>
                </a:lnTo>
                <a:lnTo>
                  <a:pt x="1049146" y="107026"/>
                </a:lnTo>
                <a:lnTo>
                  <a:pt x="1087747" y="84436"/>
                </a:lnTo>
                <a:lnTo>
                  <a:pt x="1123435" y="64808"/>
                </a:lnTo>
                <a:lnTo>
                  <a:pt x="1156574" y="47588"/>
                </a:lnTo>
                <a:lnTo>
                  <a:pt x="1187526" y="33145"/>
                </a:lnTo>
                <a:lnTo>
                  <a:pt x="1216660" y="21109"/>
                </a:lnTo>
                <a:lnTo>
                  <a:pt x="1244154" y="11851"/>
                </a:lnTo>
                <a:lnTo>
                  <a:pt x="1270737" y="5369"/>
                </a:lnTo>
                <a:lnTo>
                  <a:pt x="1296593" y="1296"/>
                </a:ln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AB7FA76-DD29-38BC-1B9C-204A70A04E44}"/>
              </a:ext>
            </a:extLst>
          </p:cNvPr>
          <p:cNvSpPr/>
          <p:nvPr userDrawn="1"/>
        </p:nvSpPr>
        <p:spPr>
          <a:xfrm flipV="1">
            <a:off x="9144218" y="3562100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39337961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A8D8D06B-3458-D12C-BC7F-7FDA8694A5ED}"/>
              </a:ext>
            </a:extLst>
          </p:cNvPr>
          <p:cNvSpPr/>
          <p:nvPr userDrawn="1"/>
        </p:nvSpPr>
        <p:spPr>
          <a:xfrm rot="10800000">
            <a:off x="-2295" y="3562100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C01E9593-49AF-5D02-ACE8-5E99ADF41AAE}"/>
              </a:ext>
            </a:extLst>
          </p:cNvPr>
          <p:cNvSpPr/>
          <p:nvPr userDrawn="1"/>
        </p:nvSpPr>
        <p:spPr>
          <a:xfrm>
            <a:off x="1589649" y="2238504"/>
            <a:ext cx="2643804" cy="2971546"/>
          </a:xfrm>
          <a:custGeom>
            <a:avLst/>
            <a:gdLst>
              <a:gd name="connsiteX0" fmla="*/ 1321720 w 2643804"/>
              <a:gd name="connsiteY0" fmla="*/ 0 h 2971546"/>
              <a:gd name="connsiteX1" fmla="*/ 1347212 w 2643804"/>
              <a:gd name="connsiteY1" fmla="*/ 1296 h 2971546"/>
              <a:gd name="connsiteX2" fmla="*/ 1373067 w 2643804"/>
              <a:gd name="connsiteY2" fmla="*/ 5369 h 2971546"/>
              <a:gd name="connsiteX3" fmla="*/ 1399650 w 2643804"/>
              <a:gd name="connsiteY3" fmla="*/ 11851 h 2971546"/>
              <a:gd name="connsiteX4" fmla="*/ 1427145 w 2643804"/>
              <a:gd name="connsiteY4" fmla="*/ 21109 h 2971546"/>
              <a:gd name="connsiteX5" fmla="*/ 1456277 w 2643804"/>
              <a:gd name="connsiteY5" fmla="*/ 33145 h 2971546"/>
              <a:gd name="connsiteX6" fmla="*/ 1487230 w 2643804"/>
              <a:gd name="connsiteY6" fmla="*/ 47588 h 2971546"/>
              <a:gd name="connsiteX7" fmla="*/ 1520369 w 2643804"/>
              <a:gd name="connsiteY7" fmla="*/ 64808 h 2971546"/>
              <a:gd name="connsiteX8" fmla="*/ 1556057 w 2643804"/>
              <a:gd name="connsiteY8" fmla="*/ 84436 h 2971546"/>
              <a:gd name="connsiteX9" fmla="*/ 1594658 w 2643804"/>
              <a:gd name="connsiteY9" fmla="*/ 107026 h 2971546"/>
              <a:gd name="connsiteX10" fmla="*/ 1636718 w 2643804"/>
              <a:gd name="connsiteY10" fmla="*/ 132023 h 2971546"/>
              <a:gd name="connsiteX11" fmla="*/ 1682420 w 2643804"/>
              <a:gd name="connsiteY11" fmla="*/ 159983 h 2971546"/>
              <a:gd name="connsiteX12" fmla="*/ 1732311 w 2643804"/>
              <a:gd name="connsiteY12" fmla="*/ 190165 h 2971546"/>
              <a:gd name="connsiteX13" fmla="*/ 1786571 w 2643804"/>
              <a:gd name="connsiteY13" fmla="*/ 223310 h 2971546"/>
              <a:gd name="connsiteX14" fmla="*/ 1845564 w 2643804"/>
              <a:gd name="connsiteY14" fmla="*/ 258862 h 2971546"/>
              <a:gd name="connsiteX15" fmla="*/ 1909839 w 2643804"/>
              <a:gd name="connsiteY15" fmla="*/ 297377 h 2971546"/>
              <a:gd name="connsiteX16" fmla="*/ 1979758 w 2643804"/>
              <a:gd name="connsiteY16" fmla="*/ 338113 h 2971546"/>
              <a:gd name="connsiteX17" fmla="*/ 2049676 w 2643804"/>
              <a:gd name="connsiteY17" fmla="*/ 378665 h 2971546"/>
              <a:gd name="connsiteX18" fmla="*/ 2114862 w 2643804"/>
              <a:gd name="connsiteY18" fmla="*/ 415513 h 2971546"/>
              <a:gd name="connsiteX19" fmla="*/ 2174947 w 2643804"/>
              <a:gd name="connsiteY19" fmla="*/ 449213 h 2971546"/>
              <a:gd name="connsiteX20" fmla="*/ 2230664 w 2643804"/>
              <a:gd name="connsiteY20" fmla="*/ 480136 h 2971546"/>
              <a:gd name="connsiteX21" fmla="*/ 2281464 w 2643804"/>
              <a:gd name="connsiteY21" fmla="*/ 508281 h 2971546"/>
              <a:gd name="connsiteX22" fmla="*/ 2328259 w 2643804"/>
              <a:gd name="connsiteY22" fmla="*/ 534389 h 2971546"/>
              <a:gd name="connsiteX23" fmla="*/ 2370866 w 2643804"/>
              <a:gd name="connsiteY23" fmla="*/ 558461 h 2971546"/>
              <a:gd name="connsiteX24" fmla="*/ 2409467 w 2643804"/>
              <a:gd name="connsiteY24" fmla="*/ 580866 h 2971546"/>
              <a:gd name="connsiteX25" fmla="*/ 2444427 w 2643804"/>
              <a:gd name="connsiteY25" fmla="*/ 602345 h 2971546"/>
              <a:gd name="connsiteX26" fmla="*/ 2475926 w 2643804"/>
              <a:gd name="connsiteY26" fmla="*/ 622529 h 2971546"/>
              <a:gd name="connsiteX27" fmla="*/ 2503602 w 2643804"/>
              <a:gd name="connsiteY27" fmla="*/ 642157 h 2971546"/>
              <a:gd name="connsiteX28" fmla="*/ 2528547 w 2643804"/>
              <a:gd name="connsiteY28" fmla="*/ 661784 h 2971546"/>
              <a:gd name="connsiteX29" fmla="*/ 2550397 w 2643804"/>
              <a:gd name="connsiteY29" fmla="*/ 681041 h 2971546"/>
              <a:gd name="connsiteX30" fmla="*/ 2569151 w 2643804"/>
              <a:gd name="connsiteY30" fmla="*/ 700854 h 2971546"/>
              <a:gd name="connsiteX31" fmla="*/ 2585538 w 2643804"/>
              <a:gd name="connsiteY31" fmla="*/ 721407 h 2971546"/>
              <a:gd name="connsiteX32" fmla="*/ 2599376 w 2643804"/>
              <a:gd name="connsiteY32" fmla="*/ 742886 h 2971546"/>
              <a:gd name="connsiteX33" fmla="*/ 2610847 w 2643804"/>
              <a:gd name="connsiteY33" fmla="*/ 765662 h 2971546"/>
              <a:gd name="connsiteX34" fmla="*/ 2620316 w 2643804"/>
              <a:gd name="connsiteY34" fmla="*/ 790103 h 2971546"/>
              <a:gd name="connsiteX35" fmla="*/ 2627963 w 2643804"/>
              <a:gd name="connsiteY35" fmla="*/ 816582 h 2971546"/>
              <a:gd name="connsiteX36" fmla="*/ 2633608 w 2643804"/>
              <a:gd name="connsiteY36" fmla="*/ 845283 h 2971546"/>
              <a:gd name="connsiteX37" fmla="*/ 2638159 w 2643804"/>
              <a:gd name="connsiteY37" fmla="*/ 876577 h 2971546"/>
              <a:gd name="connsiteX38" fmla="*/ 2641073 w 2643804"/>
              <a:gd name="connsiteY38" fmla="*/ 910833 h 2971546"/>
              <a:gd name="connsiteX39" fmla="*/ 2642894 w 2643804"/>
              <a:gd name="connsiteY39" fmla="*/ 948236 h 2971546"/>
              <a:gd name="connsiteX40" fmla="*/ 2643622 w 2643804"/>
              <a:gd name="connsiteY40" fmla="*/ 989343 h 2971546"/>
              <a:gd name="connsiteX41" fmla="*/ 2643804 w 2643804"/>
              <a:gd name="connsiteY41" fmla="*/ 1034523 h 2971546"/>
              <a:gd name="connsiteX42" fmla="*/ 2643258 w 2643804"/>
              <a:gd name="connsiteY42" fmla="*/ 1083777 h 2971546"/>
              <a:gd name="connsiteX43" fmla="*/ 2642165 w 2643804"/>
              <a:gd name="connsiteY43" fmla="*/ 1137291 h 2971546"/>
              <a:gd name="connsiteX44" fmla="*/ 2641073 w 2643804"/>
              <a:gd name="connsiteY44" fmla="*/ 1195988 h 2971546"/>
              <a:gd name="connsiteX45" fmla="*/ 2639798 w 2643804"/>
              <a:gd name="connsiteY45" fmla="*/ 1259870 h 2971546"/>
              <a:gd name="connsiteX46" fmla="*/ 2638705 w 2643804"/>
              <a:gd name="connsiteY46" fmla="*/ 1329122 h 2971546"/>
              <a:gd name="connsiteX47" fmla="*/ 2637795 w 2643804"/>
              <a:gd name="connsiteY47" fmla="*/ 1404485 h 2971546"/>
              <a:gd name="connsiteX48" fmla="*/ 2637431 w 2643804"/>
              <a:gd name="connsiteY48" fmla="*/ 1485773 h 2971546"/>
              <a:gd name="connsiteX49" fmla="*/ 2637795 w 2643804"/>
              <a:gd name="connsiteY49" fmla="*/ 1567061 h 2971546"/>
              <a:gd name="connsiteX50" fmla="*/ 2638705 w 2643804"/>
              <a:gd name="connsiteY50" fmla="*/ 1642424 h 2971546"/>
              <a:gd name="connsiteX51" fmla="*/ 2639798 w 2643804"/>
              <a:gd name="connsiteY51" fmla="*/ 1711676 h 2971546"/>
              <a:gd name="connsiteX52" fmla="*/ 2641073 w 2643804"/>
              <a:gd name="connsiteY52" fmla="*/ 1775558 h 2971546"/>
              <a:gd name="connsiteX53" fmla="*/ 2642165 w 2643804"/>
              <a:gd name="connsiteY53" fmla="*/ 1834256 h 2971546"/>
              <a:gd name="connsiteX54" fmla="*/ 2643258 w 2643804"/>
              <a:gd name="connsiteY54" fmla="*/ 1887769 h 2971546"/>
              <a:gd name="connsiteX55" fmla="*/ 2643804 w 2643804"/>
              <a:gd name="connsiteY55" fmla="*/ 1937023 h 2971546"/>
              <a:gd name="connsiteX56" fmla="*/ 2643622 w 2643804"/>
              <a:gd name="connsiteY56" fmla="*/ 1982204 h 2971546"/>
              <a:gd name="connsiteX57" fmla="*/ 2642894 w 2643804"/>
              <a:gd name="connsiteY57" fmla="*/ 2023311 h 2971546"/>
              <a:gd name="connsiteX58" fmla="*/ 2641073 w 2643804"/>
              <a:gd name="connsiteY58" fmla="*/ 2060714 h 2971546"/>
              <a:gd name="connsiteX59" fmla="*/ 2638159 w 2643804"/>
              <a:gd name="connsiteY59" fmla="*/ 2094970 h 2971546"/>
              <a:gd name="connsiteX60" fmla="*/ 2633790 w 2643804"/>
              <a:gd name="connsiteY60" fmla="*/ 2126263 h 2971546"/>
              <a:gd name="connsiteX61" fmla="*/ 2627963 w 2643804"/>
              <a:gd name="connsiteY61" fmla="*/ 2154963 h 2971546"/>
              <a:gd name="connsiteX62" fmla="*/ 2620316 w 2643804"/>
              <a:gd name="connsiteY62" fmla="*/ 2181442 h 2971546"/>
              <a:gd name="connsiteX63" fmla="*/ 2610847 w 2643804"/>
              <a:gd name="connsiteY63" fmla="*/ 2205884 h 2971546"/>
              <a:gd name="connsiteX64" fmla="*/ 2599376 w 2643804"/>
              <a:gd name="connsiteY64" fmla="*/ 2228660 h 2971546"/>
              <a:gd name="connsiteX65" fmla="*/ 2585538 w 2643804"/>
              <a:gd name="connsiteY65" fmla="*/ 2250139 h 2971546"/>
              <a:gd name="connsiteX66" fmla="*/ 2569151 w 2643804"/>
              <a:gd name="connsiteY66" fmla="*/ 2270692 h 2971546"/>
              <a:gd name="connsiteX67" fmla="*/ 2550397 w 2643804"/>
              <a:gd name="connsiteY67" fmla="*/ 2290505 h 2971546"/>
              <a:gd name="connsiteX68" fmla="*/ 2528547 w 2643804"/>
              <a:gd name="connsiteY68" fmla="*/ 2309763 h 2971546"/>
              <a:gd name="connsiteX69" fmla="*/ 2503784 w 2643804"/>
              <a:gd name="connsiteY69" fmla="*/ 2329390 h 2971546"/>
              <a:gd name="connsiteX70" fmla="*/ 2475926 w 2643804"/>
              <a:gd name="connsiteY70" fmla="*/ 2349018 h 2971546"/>
              <a:gd name="connsiteX71" fmla="*/ 2444427 w 2643804"/>
              <a:gd name="connsiteY71" fmla="*/ 2369386 h 2971546"/>
              <a:gd name="connsiteX72" fmla="*/ 2409649 w 2643804"/>
              <a:gd name="connsiteY72" fmla="*/ 2390680 h 2971546"/>
              <a:gd name="connsiteX73" fmla="*/ 2370866 w 2643804"/>
              <a:gd name="connsiteY73" fmla="*/ 2413085 h 2971546"/>
              <a:gd name="connsiteX74" fmla="*/ 2328259 w 2643804"/>
              <a:gd name="connsiteY74" fmla="*/ 2437156 h 2971546"/>
              <a:gd name="connsiteX75" fmla="*/ 2281464 w 2643804"/>
              <a:gd name="connsiteY75" fmla="*/ 2463265 h 2971546"/>
              <a:gd name="connsiteX76" fmla="*/ 2230664 w 2643804"/>
              <a:gd name="connsiteY76" fmla="*/ 2491596 h 2971546"/>
              <a:gd name="connsiteX77" fmla="*/ 2174947 w 2643804"/>
              <a:gd name="connsiteY77" fmla="*/ 2522518 h 2971546"/>
              <a:gd name="connsiteX78" fmla="*/ 2114862 w 2643804"/>
              <a:gd name="connsiteY78" fmla="*/ 2556034 h 2971546"/>
              <a:gd name="connsiteX79" fmla="*/ 2049676 w 2643804"/>
              <a:gd name="connsiteY79" fmla="*/ 2592881 h 2971546"/>
              <a:gd name="connsiteX80" fmla="*/ 1979758 w 2643804"/>
              <a:gd name="connsiteY80" fmla="*/ 2633433 h 2971546"/>
              <a:gd name="connsiteX81" fmla="*/ 1909839 w 2643804"/>
              <a:gd name="connsiteY81" fmla="*/ 2674169 h 2971546"/>
              <a:gd name="connsiteX82" fmla="*/ 1845564 w 2643804"/>
              <a:gd name="connsiteY82" fmla="*/ 2712684 h 2971546"/>
              <a:gd name="connsiteX83" fmla="*/ 1786571 w 2643804"/>
              <a:gd name="connsiteY83" fmla="*/ 2748236 h 2971546"/>
              <a:gd name="connsiteX84" fmla="*/ 1732311 w 2643804"/>
              <a:gd name="connsiteY84" fmla="*/ 2781380 h 2971546"/>
              <a:gd name="connsiteX85" fmla="*/ 1682420 w 2643804"/>
              <a:gd name="connsiteY85" fmla="*/ 2811563 h 2971546"/>
              <a:gd name="connsiteX86" fmla="*/ 1636718 w 2643804"/>
              <a:gd name="connsiteY86" fmla="*/ 2839522 h 2971546"/>
              <a:gd name="connsiteX87" fmla="*/ 1594658 w 2643804"/>
              <a:gd name="connsiteY87" fmla="*/ 2864520 h 2971546"/>
              <a:gd name="connsiteX88" fmla="*/ 1556057 w 2643804"/>
              <a:gd name="connsiteY88" fmla="*/ 2887111 h 2971546"/>
              <a:gd name="connsiteX89" fmla="*/ 1520369 w 2643804"/>
              <a:gd name="connsiteY89" fmla="*/ 2906738 h 2971546"/>
              <a:gd name="connsiteX90" fmla="*/ 1487230 w 2643804"/>
              <a:gd name="connsiteY90" fmla="*/ 2923959 h 2971546"/>
              <a:gd name="connsiteX91" fmla="*/ 1456277 w 2643804"/>
              <a:gd name="connsiteY91" fmla="*/ 2938401 h 2971546"/>
              <a:gd name="connsiteX92" fmla="*/ 1427145 w 2643804"/>
              <a:gd name="connsiteY92" fmla="*/ 2950438 h 2971546"/>
              <a:gd name="connsiteX93" fmla="*/ 1399650 w 2643804"/>
              <a:gd name="connsiteY93" fmla="*/ 2959696 h 2971546"/>
              <a:gd name="connsiteX94" fmla="*/ 1373067 w 2643804"/>
              <a:gd name="connsiteY94" fmla="*/ 2966176 h 2971546"/>
              <a:gd name="connsiteX95" fmla="*/ 1347212 w 2643804"/>
              <a:gd name="connsiteY95" fmla="*/ 2970250 h 2971546"/>
              <a:gd name="connsiteX96" fmla="*/ 1321720 w 2643804"/>
              <a:gd name="connsiteY96" fmla="*/ 2971546 h 2971546"/>
              <a:gd name="connsiteX97" fmla="*/ 1296593 w 2643804"/>
              <a:gd name="connsiteY97" fmla="*/ 2970250 h 2971546"/>
              <a:gd name="connsiteX98" fmla="*/ 1270737 w 2643804"/>
              <a:gd name="connsiteY98" fmla="*/ 2966176 h 2971546"/>
              <a:gd name="connsiteX99" fmla="*/ 1244154 w 2643804"/>
              <a:gd name="connsiteY99" fmla="*/ 2959696 h 2971546"/>
              <a:gd name="connsiteX100" fmla="*/ 1216660 w 2643804"/>
              <a:gd name="connsiteY100" fmla="*/ 2950438 h 2971546"/>
              <a:gd name="connsiteX101" fmla="*/ 1187526 w 2643804"/>
              <a:gd name="connsiteY101" fmla="*/ 2938401 h 2971546"/>
              <a:gd name="connsiteX102" fmla="*/ 1156574 w 2643804"/>
              <a:gd name="connsiteY102" fmla="*/ 2923959 h 2971546"/>
              <a:gd name="connsiteX103" fmla="*/ 1123435 w 2643804"/>
              <a:gd name="connsiteY103" fmla="*/ 2906738 h 2971546"/>
              <a:gd name="connsiteX104" fmla="*/ 1087747 w 2643804"/>
              <a:gd name="connsiteY104" fmla="*/ 2887111 h 2971546"/>
              <a:gd name="connsiteX105" fmla="*/ 1049146 w 2643804"/>
              <a:gd name="connsiteY105" fmla="*/ 2864520 h 2971546"/>
              <a:gd name="connsiteX106" fmla="*/ 1007086 w 2643804"/>
              <a:gd name="connsiteY106" fmla="*/ 2839522 h 2971546"/>
              <a:gd name="connsiteX107" fmla="*/ 961383 w 2643804"/>
              <a:gd name="connsiteY107" fmla="*/ 2811563 h 2971546"/>
              <a:gd name="connsiteX108" fmla="*/ 911494 w 2643804"/>
              <a:gd name="connsiteY108" fmla="*/ 2781380 h 2971546"/>
              <a:gd name="connsiteX109" fmla="*/ 857233 w 2643804"/>
              <a:gd name="connsiteY109" fmla="*/ 2748236 h 2971546"/>
              <a:gd name="connsiteX110" fmla="*/ 798240 w 2643804"/>
              <a:gd name="connsiteY110" fmla="*/ 2712684 h 2971546"/>
              <a:gd name="connsiteX111" fmla="*/ 733965 w 2643804"/>
              <a:gd name="connsiteY111" fmla="*/ 2674169 h 2971546"/>
              <a:gd name="connsiteX112" fmla="*/ 664046 w 2643804"/>
              <a:gd name="connsiteY112" fmla="*/ 2633433 h 2971546"/>
              <a:gd name="connsiteX113" fmla="*/ 594128 w 2643804"/>
              <a:gd name="connsiteY113" fmla="*/ 2592881 h 2971546"/>
              <a:gd name="connsiteX114" fmla="*/ 528943 w 2643804"/>
              <a:gd name="connsiteY114" fmla="*/ 2556034 h 2971546"/>
              <a:gd name="connsiteX115" fmla="*/ 468857 w 2643804"/>
              <a:gd name="connsiteY115" fmla="*/ 2522333 h 2971546"/>
              <a:gd name="connsiteX116" fmla="*/ 413140 w 2643804"/>
              <a:gd name="connsiteY116" fmla="*/ 2491411 h 2971546"/>
              <a:gd name="connsiteX117" fmla="*/ 362340 w 2643804"/>
              <a:gd name="connsiteY117" fmla="*/ 2463265 h 2971546"/>
              <a:gd name="connsiteX118" fmla="*/ 315545 w 2643804"/>
              <a:gd name="connsiteY118" fmla="*/ 2437156 h 2971546"/>
              <a:gd name="connsiteX119" fmla="*/ 272938 w 2643804"/>
              <a:gd name="connsiteY119" fmla="*/ 2413085 h 2971546"/>
              <a:gd name="connsiteX120" fmla="*/ 234337 w 2643804"/>
              <a:gd name="connsiteY120" fmla="*/ 2390680 h 2971546"/>
              <a:gd name="connsiteX121" fmla="*/ 199378 w 2643804"/>
              <a:gd name="connsiteY121" fmla="*/ 2369201 h 2971546"/>
              <a:gd name="connsiteX122" fmla="*/ 167878 w 2643804"/>
              <a:gd name="connsiteY122" fmla="*/ 2349018 h 2971546"/>
              <a:gd name="connsiteX123" fmla="*/ 140202 w 2643804"/>
              <a:gd name="connsiteY123" fmla="*/ 2329390 h 2971546"/>
              <a:gd name="connsiteX124" fmla="*/ 115256 w 2643804"/>
              <a:gd name="connsiteY124" fmla="*/ 2309763 h 2971546"/>
              <a:gd name="connsiteX125" fmla="*/ 93407 w 2643804"/>
              <a:gd name="connsiteY125" fmla="*/ 2290505 h 2971546"/>
              <a:gd name="connsiteX126" fmla="*/ 74652 w 2643804"/>
              <a:gd name="connsiteY126" fmla="*/ 2270692 h 2971546"/>
              <a:gd name="connsiteX127" fmla="*/ 58266 w 2643804"/>
              <a:gd name="connsiteY127" fmla="*/ 2250139 h 2971546"/>
              <a:gd name="connsiteX128" fmla="*/ 44428 w 2643804"/>
              <a:gd name="connsiteY128" fmla="*/ 2228660 h 2971546"/>
              <a:gd name="connsiteX129" fmla="*/ 32956 w 2643804"/>
              <a:gd name="connsiteY129" fmla="*/ 2205884 h 2971546"/>
              <a:gd name="connsiteX130" fmla="*/ 23488 w 2643804"/>
              <a:gd name="connsiteY130" fmla="*/ 2181442 h 2971546"/>
              <a:gd name="connsiteX131" fmla="*/ 15841 w 2643804"/>
              <a:gd name="connsiteY131" fmla="*/ 2154963 h 2971546"/>
              <a:gd name="connsiteX132" fmla="*/ 10196 w 2643804"/>
              <a:gd name="connsiteY132" fmla="*/ 2126263 h 2971546"/>
              <a:gd name="connsiteX133" fmla="*/ 5644 w 2643804"/>
              <a:gd name="connsiteY133" fmla="*/ 2094970 h 2971546"/>
              <a:gd name="connsiteX134" fmla="*/ 2732 w 2643804"/>
              <a:gd name="connsiteY134" fmla="*/ 2060714 h 2971546"/>
              <a:gd name="connsiteX135" fmla="*/ 910 w 2643804"/>
              <a:gd name="connsiteY135" fmla="*/ 2023311 h 2971546"/>
              <a:gd name="connsiteX136" fmla="*/ 182 w 2643804"/>
              <a:gd name="connsiteY136" fmla="*/ 1982204 h 2971546"/>
              <a:gd name="connsiteX137" fmla="*/ 0 w 2643804"/>
              <a:gd name="connsiteY137" fmla="*/ 1937023 h 2971546"/>
              <a:gd name="connsiteX138" fmla="*/ 546 w 2643804"/>
              <a:gd name="connsiteY138" fmla="*/ 1887769 h 2971546"/>
              <a:gd name="connsiteX139" fmla="*/ 1639 w 2643804"/>
              <a:gd name="connsiteY139" fmla="*/ 1834256 h 2971546"/>
              <a:gd name="connsiteX140" fmla="*/ 2732 w 2643804"/>
              <a:gd name="connsiteY140" fmla="*/ 1775558 h 2971546"/>
              <a:gd name="connsiteX141" fmla="*/ 4006 w 2643804"/>
              <a:gd name="connsiteY141" fmla="*/ 1711676 h 2971546"/>
              <a:gd name="connsiteX142" fmla="*/ 5098 w 2643804"/>
              <a:gd name="connsiteY142" fmla="*/ 1642424 h 2971546"/>
              <a:gd name="connsiteX143" fmla="*/ 6008 w 2643804"/>
              <a:gd name="connsiteY143" fmla="*/ 1567061 h 2971546"/>
              <a:gd name="connsiteX144" fmla="*/ 6372 w 2643804"/>
              <a:gd name="connsiteY144" fmla="*/ 1485773 h 2971546"/>
              <a:gd name="connsiteX145" fmla="*/ 6008 w 2643804"/>
              <a:gd name="connsiteY145" fmla="*/ 1404485 h 2971546"/>
              <a:gd name="connsiteX146" fmla="*/ 5098 w 2643804"/>
              <a:gd name="connsiteY146" fmla="*/ 1329122 h 2971546"/>
              <a:gd name="connsiteX147" fmla="*/ 4006 w 2643804"/>
              <a:gd name="connsiteY147" fmla="*/ 1259870 h 2971546"/>
              <a:gd name="connsiteX148" fmla="*/ 2732 w 2643804"/>
              <a:gd name="connsiteY148" fmla="*/ 1195988 h 2971546"/>
              <a:gd name="connsiteX149" fmla="*/ 1639 w 2643804"/>
              <a:gd name="connsiteY149" fmla="*/ 1137291 h 2971546"/>
              <a:gd name="connsiteX150" fmla="*/ 546 w 2643804"/>
              <a:gd name="connsiteY150" fmla="*/ 1083777 h 2971546"/>
              <a:gd name="connsiteX151" fmla="*/ 0 w 2643804"/>
              <a:gd name="connsiteY151" fmla="*/ 1034523 h 2971546"/>
              <a:gd name="connsiteX152" fmla="*/ 182 w 2643804"/>
              <a:gd name="connsiteY152" fmla="*/ 989343 h 2971546"/>
              <a:gd name="connsiteX153" fmla="*/ 910 w 2643804"/>
              <a:gd name="connsiteY153" fmla="*/ 948236 h 2971546"/>
              <a:gd name="connsiteX154" fmla="*/ 2732 w 2643804"/>
              <a:gd name="connsiteY154" fmla="*/ 910833 h 2971546"/>
              <a:gd name="connsiteX155" fmla="*/ 5644 w 2643804"/>
              <a:gd name="connsiteY155" fmla="*/ 876577 h 2971546"/>
              <a:gd name="connsiteX156" fmla="*/ 10014 w 2643804"/>
              <a:gd name="connsiteY156" fmla="*/ 845283 h 2971546"/>
              <a:gd name="connsiteX157" fmla="*/ 15841 w 2643804"/>
              <a:gd name="connsiteY157" fmla="*/ 816582 h 2971546"/>
              <a:gd name="connsiteX158" fmla="*/ 23488 w 2643804"/>
              <a:gd name="connsiteY158" fmla="*/ 790103 h 2971546"/>
              <a:gd name="connsiteX159" fmla="*/ 32956 w 2643804"/>
              <a:gd name="connsiteY159" fmla="*/ 765662 h 2971546"/>
              <a:gd name="connsiteX160" fmla="*/ 44428 w 2643804"/>
              <a:gd name="connsiteY160" fmla="*/ 742886 h 2971546"/>
              <a:gd name="connsiteX161" fmla="*/ 58266 w 2643804"/>
              <a:gd name="connsiteY161" fmla="*/ 721407 h 2971546"/>
              <a:gd name="connsiteX162" fmla="*/ 74652 w 2643804"/>
              <a:gd name="connsiteY162" fmla="*/ 700854 h 2971546"/>
              <a:gd name="connsiteX163" fmla="*/ 93407 w 2643804"/>
              <a:gd name="connsiteY163" fmla="*/ 681041 h 2971546"/>
              <a:gd name="connsiteX164" fmla="*/ 115256 w 2643804"/>
              <a:gd name="connsiteY164" fmla="*/ 661784 h 2971546"/>
              <a:gd name="connsiteX165" fmla="*/ 140020 w 2643804"/>
              <a:gd name="connsiteY165" fmla="*/ 642157 h 2971546"/>
              <a:gd name="connsiteX166" fmla="*/ 167878 w 2643804"/>
              <a:gd name="connsiteY166" fmla="*/ 622529 h 2971546"/>
              <a:gd name="connsiteX167" fmla="*/ 199378 w 2643804"/>
              <a:gd name="connsiteY167" fmla="*/ 602161 h 2971546"/>
              <a:gd name="connsiteX168" fmla="*/ 234155 w 2643804"/>
              <a:gd name="connsiteY168" fmla="*/ 580866 h 2971546"/>
              <a:gd name="connsiteX169" fmla="*/ 272938 w 2643804"/>
              <a:gd name="connsiteY169" fmla="*/ 558461 h 2971546"/>
              <a:gd name="connsiteX170" fmla="*/ 315545 w 2643804"/>
              <a:gd name="connsiteY170" fmla="*/ 534389 h 2971546"/>
              <a:gd name="connsiteX171" fmla="*/ 362340 w 2643804"/>
              <a:gd name="connsiteY171" fmla="*/ 508281 h 2971546"/>
              <a:gd name="connsiteX172" fmla="*/ 413140 w 2643804"/>
              <a:gd name="connsiteY172" fmla="*/ 479951 h 2971546"/>
              <a:gd name="connsiteX173" fmla="*/ 468857 w 2643804"/>
              <a:gd name="connsiteY173" fmla="*/ 449028 h 2971546"/>
              <a:gd name="connsiteX174" fmla="*/ 528943 w 2643804"/>
              <a:gd name="connsiteY174" fmla="*/ 415513 h 2971546"/>
              <a:gd name="connsiteX175" fmla="*/ 594128 w 2643804"/>
              <a:gd name="connsiteY175" fmla="*/ 378665 h 2971546"/>
              <a:gd name="connsiteX176" fmla="*/ 664046 w 2643804"/>
              <a:gd name="connsiteY176" fmla="*/ 338113 h 2971546"/>
              <a:gd name="connsiteX177" fmla="*/ 733965 w 2643804"/>
              <a:gd name="connsiteY177" fmla="*/ 297377 h 2971546"/>
              <a:gd name="connsiteX178" fmla="*/ 798240 w 2643804"/>
              <a:gd name="connsiteY178" fmla="*/ 258862 h 2971546"/>
              <a:gd name="connsiteX179" fmla="*/ 857233 w 2643804"/>
              <a:gd name="connsiteY179" fmla="*/ 223310 h 2971546"/>
              <a:gd name="connsiteX180" fmla="*/ 911494 w 2643804"/>
              <a:gd name="connsiteY180" fmla="*/ 190165 h 2971546"/>
              <a:gd name="connsiteX181" fmla="*/ 961383 w 2643804"/>
              <a:gd name="connsiteY181" fmla="*/ 159983 h 2971546"/>
              <a:gd name="connsiteX182" fmla="*/ 1007086 w 2643804"/>
              <a:gd name="connsiteY182" fmla="*/ 132023 h 2971546"/>
              <a:gd name="connsiteX183" fmla="*/ 1049146 w 2643804"/>
              <a:gd name="connsiteY183" fmla="*/ 107026 h 2971546"/>
              <a:gd name="connsiteX184" fmla="*/ 1087747 w 2643804"/>
              <a:gd name="connsiteY184" fmla="*/ 84436 h 2971546"/>
              <a:gd name="connsiteX185" fmla="*/ 1123435 w 2643804"/>
              <a:gd name="connsiteY185" fmla="*/ 64808 h 2971546"/>
              <a:gd name="connsiteX186" fmla="*/ 1156574 w 2643804"/>
              <a:gd name="connsiteY186" fmla="*/ 47588 h 2971546"/>
              <a:gd name="connsiteX187" fmla="*/ 1187526 w 2643804"/>
              <a:gd name="connsiteY187" fmla="*/ 33145 h 2971546"/>
              <a:gd name="connsiteX188" fmla="*/ 1216660 w 2643804"/>
              <a:gd name="connsiteY188" fmla="*/ 21109 h 2971546"/>
              <a:gd name="connsiteX189" fmla="*/ 1244154 w 2643804"/>
              <a:gd name="connsiteY189" fmla="*/ 11851 h 2971546"/>
              <a:gd name="connsiteX190" fmla="*/ 1270737 w 2643804"/>
              <a:gd name="connsiteY190" fmla="*/ 5369 h 2971546"/>
              <a:gd name="connsiteX191" fmla="*/ 1296593 w 2643804"/>
              <a:gd name="connsiteY191" fmla="*/ 1296 h 297154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</a:cxnLst>
            <a:rect l="l" t="t" r="r" b="b"/>
            <a:pathLst>
              <a:path w="2643804" h="2971546">
                <a:moveTo>
                  <a:pt x="1321720" y="0"/>
                </a:moveTo>
                <a:lnTo>
                  <a:pt x="1347212" y="1296"/>
                </a:lnTo>
                <a:lnTo>
                  <a:pt x="1373067" y="5369"/>
                </a:lnTo>
                <a:lnTo>
                  <a:pt x="1399650" y="11851"/>
                </a:lnTo>
                <a:lnTo>
                  <a:pt x="1427145" y="21109"/>
                </a:lnTo>
                <a:lnTo>
                  <a:pt x="1456277" y="33145"/>
                </a:lnTo>
                <a:lnTo>
                  <a:pt x="1487230" y="47588"/>
                </a:lnTo>
                <a:lnTo>
                  <a:pt x="1520369" y="64808"/>
                </a:lnTo>
                <a:lnTo>
                  <a:pt x="1556057" y="84436"/>
                </a:lnTo>
                <a:lnTo>
                  <a:pt x="1594658" y="107026"/>
                </a:lnTo>
                <a:lnTo>
                  <a:pt x="1636718" y="132023"/>
                </a:lnTo>
                <a:lnTo>
                  <a:pt x="1682420" y="159983"/>
                </a:lnTo>
                <a:lnTo>
                  <a:pt x="1732311" y="190165"/>
                </a:lnTo>
                <a:lnTo>
                  <a:pt x="1786571" y="223310"/>
                </a:lnTo>
                <a:lnTo>
                  <a:pt x="1845564" y="258862"/>
                </a:lnTo>
                <a:lnTo>
                  <a:pt x="1909839" y="297377"/>
                </a:lnTo>
                <a:lnTo>
                  <a:pt x="1979758" y="338113"/>
                </a:lnTo>
                <a:lnTo>
                  <a:pt x="2049676" y="378665"/>
                </a:lnTo>
                <a:lnTo>
                  <a:pt x="2114862" y="415513"/>
                </a:lnTo>
                <a:lnTo>
                  <a:pt x="2174947" y="449213"/>
                </a:lnTo>
                <a:lnTo>
                  <a:pt x="2230664" y="480136"/>
                </a:lnTo>
                <a:lnTo>
                  <a:pt x="2281464" y="508281"/>
                </a:lnTo>
                <a:lnTo>
                  <a:pt x="2328259" y="534389"/>
                </a:lnTo>
                <a:lnTo>
                  <a:pt x="2370866" y="558461"/>
                </a:lnTo>
                <a:lnTo>
                  <a:pt x="2409467" y="580866"/>
                </a:lnTo>
                <a:lnTo>
                  <a:pt x="2444427" y="602345"/>
                </a:lnTo>
                <a:lnTo>
                  <a:pt x="2475926" y="622529"/>
                </a:lnTo>
                <a:lnTo>
                  <a:pt x="2503602" y="642157"/>
                </a:lnTo>
                <a:lnTo>
                  <a:pt x="2528547" y="661784"/>
                </a:lnTo>
                <a:lnTo>
                  <a:pt x="2550397" y="681041"/>
                </a:lnTo>
                <a:lnTo>
                  <a:pt x="2569151" y="700854"/>
                </a:lnTo>
                <a:lnTo>
                  <a:pt x="2585538" y="721407"/>
                </a:lnTo>
                <a:lnTo>
                  <a:pt x="2599376" y="742886"/>
                </a:lnTo>
                <a:lnTo>
                  <a:pt x="2610847" y="765662"/>
                </a:lnTo>
                <a:lnTo>
                  <a:pt x="2620316" y="790103"/>
                </a:lnTo>
                <a:lnTo>
                  <a:pt x="2627963" y="816582"/>
                </a:lnTo>
                <a:lnTo>
                  <a:pt x="2633608" y="845283"/>
                </a:lnTo>
                <a:lnTo>
                  <a:pt x="2638159" y="876577"/>
                </a:lnTo>
                <a:lnTo>
                  <a:pt x="2641073" y="910833"/>
                </a:lnTo>
                <a:lnTo>
                  <a:pt x="2642894" y="948236"/>
                </a:lnTo>
                <a:lnTo>
                  <a:pt x="2643622" y="989343"/>
                </a:lnTo>
                <a:lnTo>
                  <a:pt x="2643804" y="1034523"/>
                </a:lnTo>
                <a:lnTo>
                  <a:pt x="2643258" y="1083777"/>
                </a:lnTo>
                <a:lnTo>
                  <a:pt x="2642165" y="1137291"/>
                </a:lnTo>
                <a:lnTo>
                  <a:pt x="2641073" y="1195988"/>
                </a:lnTo>
                <a:lnTo>
                  <a:pt x="2639798" y="1259870"/>
                </a:lnTo>
                <a:lnTo>
                  <a:pt x="2638705" y="1329122"/>
                </a:lnTo>
                <a:lnTo>
                  <a:pt x="2637795" y="1404485"/>
                </a:lnTo>
                <a:lnTo>
                  <a:pt x="2637431" y="1485773"/>
                </a:lnTo>
                <a:lnTo>
                  <a:pt x="2637795" y="1567061"/>
                </a:lnTo>
                <a:lnTo>
                  <a:pt x="2638705" y="1642424"/>
                </a:lnTo>
                <a:lnTo>
                  <a:pt x="2639798" y="1711676"/>
                </a:lnTo>
                <a:lnTo>
                  <a:pt x="2641073" y="1775558"/>
                </a:lnTo>
                <a:lnTo>
                  <a:pt x="2642165" y="1834256"/>
                </a:lnTo>
                <a:lnTo>
                  <a:pt x="2643258" y="1887769"/>
                </a:lnTo>
                <a:lnTo>
                  <a:pt x="2643804" y="1937023"/>
                </a:lnTo>
                <a:lnTo>
                  <a:pt x="2643622" y="1982204"/>
                </a:lnTo>
                <a:lnTo>
                  <a:pt x="2642894" y="2023311"/>
                </a:lnTo>
                <a:lnTo>
                  <a:pt x="2641073" y="2060714"/>
                </a:lnTo>
                <a:lnTo>
                  <a:pt x="2638159" y="2094970"/>
                </a:lnTo>
                <a:lnTo>
                  <a:pt x="2633790" y="2126263"/>
                </a:lnTo>
                <a:lnTo>
                  <a:pt x="2627963" y="2154963"/>
                </a:lnTo>
                <a:lnTo>
                  <a:pt x="2620316" y="2181442"/>
                </a:lnTo>
                <a:lnTo>
                  <a:pt x="2610847" y="2205884"/>
                </a:lnTo>
                <a:lnTo>
                  <a:pt x="2599376" y="2228660"/>
                </a:lnTo>
                <a:lnTo>
                  <a:pt x="2585538" y="2250139"/>
                </a:lnTo>
                <a:lnTo>
                  <a:pt x="2569151" y="2270692"/>
                </a:lnTo>
                <a:lnTo>
                  <a:pt x="2550397" y="2290505"/>
                </a:lnTo>
                <a:lnTo>
                  <a:pt x="2528547" y="2309763"/>
                </a:lnTo>
                <a:lnTo>
                  <a:pt x="2503784" y="2329390"/>
                </a:lnTo>
                <a:lnTo>
                  <a:pt x="2475926" y="2349018"/>
                </a:lnTo>
                <a:lnTo>
                  <a:pt x="2444427" y="2369386"/>
                </a:lnTo>
                <a:lnTo>
                  <a:pt x="2409649" y="2390680"/>
                </a:lnTo>
                <a:lnTo>
                  <a:pt x="2370866" y="2413085"/>
                </a:lnTo>
                <a:lnTo>
                  <a:pt x="2328259" y="2437156"/>
                </a:lnTo>
                <a:lnTo>
                  <a:pt x="2281464" y="2463265"/>
                </a:lnTo>
                <a:lnTo>
                  <a:pt x="2230664" y="2491596"/>
                </a:lnTo>
                <a:lnTo>
                  <a:pt x="2174947" y="2522518"/>
                </a:lnTo>
                <a:lnTo>
                  <a:pt x="2114862" y="2556034"/>
                </a:lnTo>
                <a:lnTo>
                  <a:pt x="2049676" y="2592881"/>
                </a:lnTo>
                <a:lnTo>
                  <a:pt x="1979758" y="2633433"/>
                </a:lnTo>
                <a:lnTo>
                  <a:pt x="1909839" y="2674169"/>
                </a:lnTo>
                <a:lnTo>
                  <a:pt x="1845564" y="2712684"/>
                </a:lnTo>
                <a:lnTo>
                  <a:pt x="1786571" y="2748236"/>
                </a:lnTo>
                <a:lnTo>
                  <a:pt x="1732311" y="2781380"/>
                </a:lnTo>
                <a:lnTo>
                  <a:pt x="1682420" y="2811563"/>
                </a:lnTo>
                <a:lnTo>
                  <a:pt x="1636718" y="2839522"/>
                </a:lnTo>
                <a:lnTo>
                  <a:pt x="1594658" y="2864520"/>
                </a:lnTo>
                <a:lnTo>
                  <a:pt x="1556057" y="2887111"/>
                </a:lnTo>
                <a:lnTo>
                  <a:pt x="1520369" y="2906738"/>
                </a:lnTo>
                <a:lnTo>
                  <a:pt x="1487230" y="2923959"/>
                </a:lnTo>
                <a:lnTo>
                  <a:pt x="1456277" y="2938401"/>
                </a:lnTo>
                <a:lnTo>
                  <a:pt x="1427145" y="2950438"/>
                </a:lnTo>
                <a:lnTo>
                  <a:pt x="1399650" y="2959696"/>
                </a:lnTo>
                <a:lnTo>
                  <a:pt x="1373067" y="2966176"/>
                </a:lnTo>
                <a:lnTo>
                  <a:pt x="1347212" y="2970250"/>
                </a:lnTo>
                <a:lnTo>
                  <a:pt x="1321720" y="2971546"/>
                </a:lnTo>
                <a:lnTo>
                  <a:pt x="1296593" y="2970250"/>
                </a:lnTo>
                <a:lnTo>
                  <a:pt x="1270737" y="2966176"/>
                </a:lnTo>
                <a:lnTo>
                  <a:pt x="1244154" y="2959696"/>
                </a:lnTo>
                <a:lnTo>
                  <a:pt x="1216660" y="2950438"/>
                </a:lnTo>
                <a:lnTo>
                  <a:pt x="1187526" y="2938401"/>
                </a:lnTo>
                <a:lnTo>
                  <a:pt x="1156574" y="2923959"/>
                </a:lnTo>
                <a:lnTo>
                  <a:pt x="1123435" y="2906738"/>
                </a:lnTo>
                <a:lnTo>
                  <a:pt x="1087747" y="2887111"/>
                </a:lnTo>
                <a:lnTo>
                  <a:pt x="1049146" y="2864520"/>
                </a:lnTo>
                <a:lnTo>
                  <a:pt x="1007086" y="2839522"/>
                </a:lnTo>
                <a:lnTo>
                  <a:pt x="961383" y="2811563"/>
                </a:lnTo>
                <a:lnTo>
                  <a:pt x="911494" y="2781380"/>
                </a:lnTo>
                <a:lnTo>
                  <a:pt x="857233" y="2748236"/>
                </a:lnTo>
                <a:lnTo>
                  <a:pt x="798240" y="2712684"/>
                </a:lnTo>
                <a:lnTo>
                  <a:pt x="733965" y="2674169"/>
                </a:lnTo>
                <a:lnTo>
                  <a:pt x="664046" y="2633433"/>
                </a:lnTo>
                <a:lnTo>
                  <a:pt x="594128" y="2592881"/>
                </a:lnTo>
                <a:lnTo>
                  <a:pt x="528943" y="2556034"/>
                </a:lnTo>
                <a:lnTo>
                  <a:pt x="468857" y="2522333"/>
                </a:lnTo>
                <a:lnTo>
                  <a:pt x="413140" y="2491411"/>
                </a:lnTo>
                <a:lnTo>
                  <a:pt x="362340" y="2463265"/>
                </a:lnTo>
                <a:lnTo>
                  <a:pt x="315545" y="2437156"/>
                </a:lnTo>
                <a:lnTo>
                  <a:pt x="272938" y="2413085"/>
                </a:lnTo>
                <a:lnTo>
                  <a:pt x="234337" y="2390680"/>
                </a:lnTo>
                <a:lnTo>
                  <a:pt x="199378" y="2369201"/>
                </a:lnTo>
                <a:lnTo>
                  <a:pt x="167878" y="2349018"/>
                </a:lnTo>
                <a:lnTo>
                  <a:pt x="140202" y="2329390"/>
                </a:lnTo>
                <a:lnTo>
                  <a:pt x="115256" y="2309763"/>
                </a:lnTo>
                <a:lnTo>
                  <a:pt x="93407" y="2290505"/>
                </a:lnTo>
                <a:lnTo>
                  <a:pt x="74652" y="2270692"/>
                </a:lnTo>
                <a:lnTo>
                  <a:pt x="58266" y="2250139"/>
                </a:lnTo>
                <a:lnTo>
                  <a:pt x="44428" y="2228660"/>
                </a:lnTo>
                <a:lnTo>
                  <a:pt x="32956" y="2205884"/>
                </a:lnTo>
                <a:lnTo>
                  <a:pt x="23488" y="2181442"/>
                </a:lnTo>
                <a:lnTo>
                  <a:pt x="15841" y="2154963"/>
                </a:lnTo>
                <a:lnTo>
                  <a:pt x="10196" y="2126263"/>
                </a:lnTo>
                <a:lnTo>
                  <a:pt x="5644" y="2094970"/>
                </a:lnTo>
                <a:lnTo>
                  <a:pt x="2732" y="2060714"/>
                </a:lnTo>
                <a:lnTo>
                  <a:pt x="910" y="2023311"/>
                </a:lnTo>
                <a:lnTo>
                  <a:pt x="182" y="1982204"/>
                </a:lnTo>
                <a:lnTo>
                  <a:pt x="0" y="1937023"/>
                </a:lnTo>
                <a:lnTo>
                  <a:pt x="546" y="1887769"/>
                </a:lnTo>
                <a:lnTo>
                  <a:pt x="1639" y="1834256"/>
                </a:lnTo>
                <a:lnTo>
                  <a:pt x="2732" y="1775558"/>
                </a:lnTo>
                <a:lnTo>
                  <a:pt x="4006" y="1711676"/>
                </a:lnTo>
                <a:lnTo>
                  <a:pt x="5098" y="1642424"/>
                </a:lnTo>
                <a:lnTo>
                  <a:pt x="6008" y="1567061"/>
                </a:lnTo>
                <a:lnTo>
                  <a:pt x="6372" y="1485773"/>
                </a:lnTo>
                <a:lnTo>
                  <a:pt x="6008" y="1404485"/>
                </a:lnTo>
                <a:lnTo>
                  <a:pt x="5098" y="1329122"/>
                </a:lnTo>
                <a:lnTo>
                  <a:pt x="4006" y="1259870"/>
                </a:lnTo>
                <a:lnTo>
                  <a:pt x="2732" y="1195988"/>
                </a:lnTo>
                <a:lnTo>
                  <a:pt x="1639" y="1137291"/>
                </a:lnTo>
                <a:lnTo>
                  <a:pt x="546" y="1083777"/>
                </a:lnTo>
                <a:lnTo>
                  <a:pt x="0" y="1034523"/>
                </a:lnTo>
                <a:lnTo>
                  <a:pt x="182" y="989343"/>
                </a:lnTo>
                <a:lnTo>
                  <a:pt x="910" y="948236"/>
                </a:lnTo>
                <a:lnTo>
                  <a:pt x="2732" y="910833"/>
                </a:lnTo>
                <a:lnTo>
                  <a:pt x="5644" y="876577"/>
                </a:lnTo>
                <a:lnTo>
                  <a:pt x="10014" y="845283"/>
                </a:lnTo>
                <a:lnTo>
                  <a:pt x="15841" y="816582"/>
                </a:lnTo>
                <a:lnTo>
                  <a:pt x="23488" y="790103"/>
                </a:lnTo>
                <a:lnTo>
                  <a:pt x="32956" y="765662"/>
                </a:lnTo>
                <a:lnTo>
                  <a:pt x="44428" y="742886"/>
                </a:lnTo>
                <a:lnTo>
                  <a:pt x="58266" y="721407"/>
                </a:lnTo>
                <a:lnTo>
                  <a:pt x="74652" y="700854"/>
                </a:lnTo>
                <a:lnTo>
                  <a:pt x="93407" y="681041"/>
                </a:lnTo>
                <a:lnTo>
                  <a:pt x="115256" y="661784"/>
                </a:lnTo>
                <a:lnTo>
                  <a:pt x="140020" y="642157"/>
                </a:lnTo>
                <a:lnTo>
                  <a:pt x="167878" y="622529"/>
                </a:lnTo>
                <a:lnTo>
                  <a:pt x="199378" y="602161"/>
                </a:lnTo>
                <a:lnTo>
                  <a:pt x="234155" y="580866"/>
                </a:lnTo>
                <a:lnTo>
                  <a:pt x="272938" y="558461"/>
                </a:lnTo>
                <a:lnTo>
                  <a:pt x="315545" y="534389"/>
                </a:lnTo>
                <a:lnTo>
                  <a:pt x="362340" y="508281"/>
                </a:lnTo>
                <a:lnTo>
                  <a:pt x="413140" y="479951"/>
                </a:lnTo>
                <a:lnTo>
                  <a:pt x="468857" y="449028"/>
                </a:lnTo>
                <a:lnTo>
                  <a:pt x="528943" y="415513"/>
                </a:lnTo>
                <a:lnTo>
                  <a:pt x="594128" y="378665"/>
                </a:lnTo>
                <a:lnTo>
                  <a:pt x="664046" y="338113"/>
                </a:lnTo>
                <a:lnTo>
                  <a:pt x="733965" y="297377"/>
                </a:lnTo>
                <a:lnTo>
                  <a:pt x="798240" y="258862"/>
                </a:lnTo>
                <a:lnTo>
                  <a:pt x="857233" y="223310"/>
                </a:lnTo>
                <a:lnTo>
                  <a:pt x="911494" y="190165"/>
                </a:lnTo>
                <a:lnTo>
                  <a:pt x="961383" y="159983"/>
                </a:lnTo>
                <a:lnTo>
                  <a:pt x="1007086" y="132023"/>
                </a:lnTo>
                <a:lnTo>
                  <a:pt x="1049146" y="107026"/>
                </a:lnTo>
                <a:lnTo>
                  <a:pt x="1087747" y="84436"/>
                </a:lnTo>
                <a:lnTo>
                  <a:pt x="1123435" y="64808"/>
                </a:lnTo>
                <a:lnTo>
                  <a:pt x="1156574" y="47588"/>
                </a:lnTo>
                <a:lnTo>
                  <a:pt x="1187526" y="33145"/>
                </a:lnTo>
                <a:lnTo>
                  <a:pt x="1216660" y="21109"/>
                </a:lnTo>
                <a:lnTo>
                  <a:pt x="1244154" y="11851"/>
                </a:lnTo>
                <a:lnTo>
                  <a:pt x="1270737" y="5369"/>
                </a:lnTo>
                <a:lnTo>
                  <a:pt x="1296593" y="1296"/>
                </a:ln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89807B9B-DE40-7E29-A492-0E156C4FD095}"/>
              </a:ext>
            </a:extLst>
          </p:cNvPr>
          <p:cNvSpPr/>
          <p:nvPr userDrawn="1"/>
        </p:nvSpPr>
        <p:spPr>
          <a:xfrm>
            <a:off x="9144218" y="3"/>
            <a:ext cx="3047781" cy="3295900"/>
          </a:xfrm>
          <a:custGeom>
            <a:avLst/>
            <a:gdLst>
              <a:gd name="connsiteX0" fmla="*/ 245589 w 5870224"/>
              <a:gd name="connsiteY0" fmla="*/ 0 h 6348117"/>
              <a:gd name="connsiteX1" fmla="*/ 5870224 w 5870224"/>
              <a:gd name="connsiteY1" fmla="*/ 0 h 6348117"/>
              <a:gd name="connsiteX2" fmla="*/ 5870224 w 5870224"/>
              <a:gd name="connsiteY2" fmla="*/ 5442234 h 6348117"/>
              <a:gd name="connsiteX3" fmla="*/ 4681443 w 5870224"/>
              <a:gd name="connsiteY3" fmla="*/ 6128583 h 6348117"/>
              <a:gd name="connsiteX4" fmla="*/ 3042758 w 5870224"/>
              <a:gd name="connsiteY4" fmla="*/ 6128583 h 6348117"/>
              <a:gd name="connsiteX5" fmla="*/ 819342 w 5870224"/>
              <a:gd name="connsiteY5" fmla="*/ 4844886 h 6348117"/>
              <a:gd name="connsiteX6" fmla="*/ 0 w 5870224"/>
              <a:gd name="connsiteY6" fmla="*/ 3425740 h 6348117"/>
              <a:gd name="connsiteX7" fmla="*/ 0 w 5870224"/>
              <a:gd name="connsiteY7" fmla="*/ 858395 h 6348117"/>
              <a:gd name="connsiteX8" fmla="*/ 219543 w 5870224"/>
              <a:gd name="connsiteY8" fmla="*/ 39043 h 634811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5870224" h="6348117">
                <a:moveTo>
                  <a:pt x="245589" y="0"/>
                </a:moveTo>
                <a:lnTo>
                  <a:pt x="5870224" y="0"/>
                </a:lnTo>
                <a:lnTo>
                  <a:pt x="5870224" y="5442234"/>
                </a:lnTo>
                <a:lnTo>
                  <a:pt x="4681443" y="6128583"/>
                </a:lnTo>
                <a:cubicBezTo>
                  <a:pt x="4174432" y="6421296"/>
                  <a:pt x="3549766" y="6421296"/>
                  <a:pt x="3042758" y="6128583"/>
                </a:cubicBezTo>
                <a:lnTo>
                  <a:pt x="819342" y="4844886"/>
                </a:lnTo>
                <a:cubicBezTo>
                  <a:pt x="312334" y="4552170"/>
                  <a:pt x="0" y="4011194"/>
                  <a:pt x="0" y="3425740"/>
                </a:cubicBezTo>
                <a:lnTo>
                  <a:pt x="0" y="858395"/>
                </a:lnTo>
                <a:cubicBezTo>
                  <a:pt x="0" y="565667"/>
                  <a:pt x="78083" y="284059"/>
                  <a:pt x="219543" y="39043"/>
                </a:cubicBezTo>
                <a:close/>
              </a:path>
            </a:pathLst>
          </a:custGeom>
          <a:solidFill>
            <a:schemeClr val="bg1">
              <a:alpha val="4677"/>
            </a:schemeClr>
          </a:solidFill>
          <a:ln>
            <a:noFill/>
          </a:ln>
          <a:effectLst>
            <a:outerShdw blurRad="1270000" sx="104000" sy="104000" algn="ctr" rotWithShape="0">
              <a:prstClr val="black">
                <a:alpha val="7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id-ID" dirty="0"/>
          </a:p>
        </p:txBody>
      </p:sp>
    </p:spTree>
    <p:extLst>
      <p:ext uri="{BB962C8B-B14F-4D97-AF65-F5344CB8AC3E}">
        <p14:creationId xmlns:p14="http://schemas.microsoft.com/office/powerpoint/2010/main" val="192170154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F8AA1380-8EA2-BAF4-DF35-9AE5DE08FF23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B4668BF-0137-BB40-8543-83067E7FEE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B0040F-77F5-B346-9269-E2DB701578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CEA2DD-11B9-644E-AFEB-69DEE5DF09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B6273DA-94A7-ED45-906B-58627330AA13}" type="datetimeFigureOut">
              <a:rPr lang="en-US" smtClean="0"/>
              <a:t>2/20/2023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8359B5-9BDC-B84E-8F57-2DFBE78C23C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07A851-907A-A949-AD33-AB19F5FB5B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B57691-1BE3-9543-B47F-9A56C3632ED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55057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699" r:id="rId3"/>
    <p:sldLayoutId id="2147483696" r:id="rId4"/>
    <p:sldLayoutId id="2147483700" r:id="rId5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  <p15:guide id="3" pos="7151" userDrawn="1">
          <p15:clr>
            <a:srgbClr val="5ACBF0"/>
          </p15:clr>
        </p15:guide>
        <p15:guide id="4" pos="529" userDrawn="1">
          <p15:clr>
            <a:srgbClr val="5ACBF0"/>
          </p15:clr>
        </p15:guide>
        <p15:guide id="5" pos="4089" userDrawn="1">
          <p15:clr>
            <a:srgbClr val="5ACBF0"/>
          </p15:clr>
        </p15:guide>
        <p15:guide id="6" pos="3591" userDrawn="1">
          <p15:clr>
            <a:srgbClr val="5ACBF0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.jpg"/><Relationship Id="rId5" Type="http://schemas.openxmlformats.org/officeDocument/2006/relationships/image" Target="../media/image2.jpg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149562" y="2387089"/>
            <a:ext cx="763118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80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Working Area</a:t>
            </a:r>
            <a:endParaRPr lang="id-ID" sz="80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882857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852514" y="1052990"/>
            <a:ext cx="763118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6000" b="1" dirty="0">
                <a:solidFill>
                  <a:schemeClr val="accent4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Hi, I’m your artboard</a:t>
            </a:r>
            <a:endParaRPr lang="id-ID" sz="6000" b="1" dirty="0">
              <a:solidFill>
                <a:schemeClr val="accent4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C1546C0-B702-423A-9E85-381542C2E2CE}"/>
              </a:ext>
            </a:extLst>
          </p:cNvPr>
          <p:cNvSpPr/>
          <p:nvPr/>
        </p:nvSpPr>
        <p:spPr>
          <a:xfrm>
            <a:off x="2725615" y="3322320"/>
            <a:ext cx="1434905" cy="1434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98161D0-1C7A-7D43-F542-3D1E5C979DA5}"/>
              </a:ext>
            </a:extLst>
          </p:cNvPr>
          <p:cNvSpPr/>
          <p:nvPr/>
        </p:nvSpPr>
        <p:spPr>
          <a:xfrm>
            <a:off x="4950655" y="3322319"/>
            <a:ext cx="1434905" cy="1434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470AD3A-8C17-9961-FD30-3C3FB62F91C3}"/>
              </a:ext>
            </a:extLst>
          </p:cNvPr>
          <p:cNvSpPr/>
          <p:nvPr/>
        </p:nvSpPr>
        <p:spPr>
          <a:xfrm>
            <a:off x="7175695" y="3322318"/>
            <a:ext cx="1434905" cy="143490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1AE3A6E-E655-4FEE-5C21-888BD89D2F4D}"/>
              </a:ext>
            </a:extLst>
          </p:cNvPr>
          <p:cNvSpPr/>
          <p:nvPr/>
        </p:nvSpPr>
        <p:spPr>
          <a:xfrm>
            <a:off x="11474547" y="3342246"/>
            <a:ext cx="1434905" cy="1434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DC9EA6A-69D7-E902-6225-8D915FF7840C}"/>
              </a:ext>
            </a:extLst>
          </p:cNvPr>
          <p:cNvSpPr/>
          <p:nvPr/>
        </p:nvSpPr>
        <p:spPr>
          <a:xfrm>
            <a:off x="13368996" y="3298867"/>
            <a:ext cx="1434905" cy="143490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8DF9D0B-8086-EDE5-8F54-C48BC5FFAB04}"/>
              </a:ext>
            </a:extLst>
          </p:cNvPr>
          <p:cNvSpPr txBox="1"/>
          <p:nvPr/>
        </p:nvSpPr>
        <p:spPr>
          <a:xfrm>
            <a:off x="2045945" y="5451067"/>
            <a:ext cx="763118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dirty="0">
                <a:solidFill>
                  <a:schemeClr val="accent4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Let’s add a few slides</a:t>
            </a:r>
            <a:endParaRPr lang="id-ID" sz="4000" dirty="0">
              <a:solidFill>
                <a:schemeClr val="accent4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92375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9D52A74-1E64-BCFC-76AE-C6FC9AD7B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l-PL" dirty="0"/>
              <a:t>Please change the background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25609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149562" y="2387089"/>
            <a:ext cx="76311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Coloring features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531548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81B0954-7724-BDAA-FA31-E8CB259FD811}"/>
              </a:ext>
            </a:extLst>
          </p:cNvPr>
          <p:cNvSpPr txBox="1"/>
          <p:nvPr/>
        </p:nvSpPr>
        <p:spPr>
          <a:xfrm>
            <a:off x="1126284" y="820925"/>
            <a:ext cx="2424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Adding a Fill</a:t>
            </a:r>
            <a:endParaRPr lang="en-US" sz="24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Rectangle: Rounded Corners 70">
            <a:extLst>
              <a:ext uri="{FF2B5EF4-FFF2-40B4-BE49-F238E27FC236}">
                <a16:creationId xmlns:a16="http://schemas.microsoft.com/office/drawing/2014/main" id="{1963EA68-57D6-493A-3FF2-5D360A9C8E36}"/>
              </a:ext>
            </a:extLst>
          </p:cNvPr>
          <p:cNvSpPr/>
          <p:nvPr/>
        </p:nvSpPr>
        <p:spPr>
          <a:xfrm>
            <a:off x="1126284" y="1864586"/>
            <a:ext cx="2424636" cy="2349165"/>
          </a:xfrm>
          <a:prstGeom prst="roundRect">
            <a:avLst>
              <a:gd name="adj" fmla="val 2608"/>
            </a:avLst>
          </a:prstGeom>
          <a:noFill/>
          <a:ln w="762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ECEA83-ADD3-DB10-96F3-FB74BA714B1E}"/>
              </a:ext>
            </a:extLst>
          </p:cNvPr>
          <p:cNvSpPr txBox="1"/>
          <p:nvPr/>
        </p:nvSpPr>
        <p:spPr>
          <a:xfrm>
            <a:off x="4910216" y="820925"/>
            <a:ext cx="2713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Adding borders</a:t>
            </a:r>
            <a:endParaRPr lang="en-US" sz="24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9" name="Rectangle: Rounded Corners 70">
            <a:extLst>
              <a:ext uri="{FF2B5EF4-FFF2-40B4-BE49-F238E27FC236}">
                <a16:creationId xmlns:a16="http://schemas.microsoft.com/office/drawing/2014/main" id="{0E01CC57-C591-B340-469C-D5B220B7CBD4}"/>
              </a:ext>
            </a:extLst>
          </p:cNvPr>
          <p:cNvSpPr/>
          <p:nvPr/>
        </p:nvSpPr>
        <p:spPr>
          <a:xfrm>
            <a:off x="5054893" y="1864586"/>
            <a:ext cx="2424636" cy="2349165"/>
          </a:xfrm>
          <a:prstGeom prst="roundRect">
            <a:avLst>
              <a:gd name="adj" fmla="val 2608"/>
            </a:avLst>
          </a:prstGeom>
          <a:solidFill>
            <a:schemeClr val="accent2"/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71DAB-7F64-AFA4-C2DA-2A28FF60E41B}"/>
              </a:ext>
            </a:extLst>
          </p:cNvPr>
          <p:cNvSpPr txBox="1"/>
          <p:nvPr/>
        </p:nvSpPr>
        <p:spPr>
          <a:xfrm>
            <a:off x="8519366" y="820925"/>
            <a:ext cx="2713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Adding a shadow</a:t>
            </a:r>
            <a:endParaRPr lang="en-US" sz="24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5" name="Rectangle: Rounded Corners 70">
            <a:extLst>
              <a:ext uri="{FF2B5EF4-FFF2-40B4-BE49-F238E27FC236}">
                <a16:creationId xmlns:a16="http://schemas.microsoft.com/office/drawing/2014/main" id="{2982B9EE-92C1-1F7C-D38C-C0575CF92A74}"/>
              </a:ext>
            </a:extLst>
          </p:cNvPr>
          <p:cNvSpPr/>
          <p:nvPr/>
        </p:nvSpPr>
        <p:spPr>
          <a:xfrm>
            <a:off x="8664043" y="1864586"/>
            <a:ext cx="2424636" cy="2349165"/>
          </a:xfrm>
          <a:prstGeom prst="roundRect">
            <a:avLst>
              <a:gd name="adj" fmla="val 2608"/>
            </a:avLst>
          </a:prstGeom>
          <a:solidFill>
            <a:schemeClr val="accent5"/>
          </a:solidFill>
          <a:ln w="76200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6" name="Rectangle: Rounded Corners 70">
            <a:extLst>
              <a:ext uri="{FF2B5EF4-FFF2-40B4-BE49-F238E27FC236}">
                <a16:creationId xmlns:a16="http://schemas.microsoft.com/office/drawing/2014/main" id="{F769BBC7-EF03-F54A-D0D4-F2F3F48AEF41}"/>
              </a:ext>
            </a:extLst>
          </p:cNvPr>
          <p:cNvSpPr/>
          <p:nvPr/>
        </p:nvSpPr>
        <p:spPr>
          <a:xfrm>
            <a:off x="3046112" y="5154640"/>
            <a:ext cx="862639" cy="835788"/>
          </a:xfrm>
          <a:prstGeom prst="roundRect">
            <a:avLst>
              <a:gd name="adj" fmla="val 2608"/>
            </a:avLst>
          </a:prstGeom>
          <a:solidFill>
            <a:schemeClr val="accent1"/>
          </a:solidFill>
          <a:ln w="762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 dirty="0"/>
          </a:p>
        </p:txBody>
      </p:sp>
      <p:sp>
        <p:nvSpPr>
          <p:cNvPr id="7" name="Rectangle: Rounded Corners 70">
            <a:extLst>
              <a:ext uri="{FF2B5EF4-FFF2-40B4-BE49-F238E27FC236}">
                <a16:creationId xmlns:a16="http://schemas.microsoft.com/office/drawing/2014/main" id="{B110A47A-305D-B668-B1A3-52D7B91CC9D7}"/>
              </a:ext>
            </a:extLst>
          </p:cNvPr>
          <p:cNvSpPr/>
          <p:nvPr/>
        </p:nvSpPr>
        <p:spPr>
          <a:xfrm>
            <a:off x="6974721" y="5154640"/>
            <a:ext cx="862639" cy="835788"/>
          </a:xfrm>
          <a:prstGeom prst="roundRect">
            <a:avLst>
              <a:gd name="adj" fmla="val 2608"/>
            </a:avLst>
          </a:prstGeom>
          <a:solidFill>
            <a:schemeClr val="accent2"/>
          </a:solidFill>
          <a:ln w="76200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8" name="Rectangle: Rounded Corners 70">
            <a:extLst>
              <a:ext uri="{FF2B5EF4-FFF2-40B4-BE49-F238E27FC236}">
                <a16:creationId xmlns:a16="http://schemas.microsoft.com/office/drawing/2014/main" id="{0240340B-D9EE-855F-0CE8-B9F9F9354BCB}"/>
              </a:ext>
            </a:extLst>
          </p:cNvPr>
          <p:cNvSpPr/>
          <p:nvPr/>
        </p:nvSpPr>
        <p:spPr>
          <a:xfrm>
            <a:off x="10583871" y="5154640"/>
            <a:ext cx="862639" cy="835788"/>
          </a:xfrm>
          <a:prstGeom prst="roundRect">
            <a:avLst>
              <a:gd name="adj" fmla="val 2608"/>
            </a:avLst>
          </a:prstGeom>
          <a:solidFill>
            <a:schemeClr val="accent5"/>
          </a:solidFill>
          <a:ln w="76200">
            <a:noFill/>
          </a:ln>
          <a:effectLst>
            <a:outerShdw blurRad="50800" dist="190500" dir="2700000" algn="tl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</p:spTree>
    <p:extLst>
      <p:ext uri="{BB962C8B-B14F-4D97-AF65-F5344CB8AC3E}">
        <p14:creationId xmlns:p14="http://schemas.microsoft.com/office/powerpoint/2010/main" val="41158035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149562" y="2387089"/>
            <a:ext cx="763118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8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Selection Pane &amp; arrangement</a:t>
            </a:r>
            <a:endParaRPr lang="id-ID" sz="48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968164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6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81B0954-7724-BDAA-FA31-E8CB259FD811}"/>
              </a:ext>
            </a:extLst>
          </p:cNvPr>
          <p:cNvSpPr txBox="1"/>
          <p:nvPr/>
        </p:nvSpPr>
        <p:spPr>
          <a:xfrm>
            <a:off x="1336897" y="1422599"/>
            <a:ext cx="2424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Text Box #1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ECEA83-ADD3-DB10-96F3-FB74BA714B1E}"/>
              </a:ext>
            </a:extLst>
          </p:cNvPr>
          <p:cNvSpPr txBox="1"/>
          <p:nvPr/>
        </p:nvSpPr>
        <p:spPr>
          <a:xfrm>
            <a:off x="5044861" y="5380074"/>
            <a:ext cx="2713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Text Box #2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C71DAB-7F64-AFA4-C2DA-2A28FF60E41B}"/>
              </a:ext>
            </a:extLst>
          </p:cNvPr>
          <p:cNvSpPr txBox="1"/>
          <p:nvPr/>
        </p:nvSpPr>
        <p:spPr>
          <a:xfrm>
            <a:off x="7416475" y="1420839"/>
            <a:ext cx="271399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Text Box #3</a:t>
            </a:r>
          </a:p>
        </p:txBody>
      </p:sp>
      <p:sp>
        <p:nvSpPr>
          <p:cNvPr id="8" name="Rectangle: Rounded Corners 70">
            <a:extLst>
              <a:ext uri="{FF2B5EF4-FFF2-40B4-BE49-F238E27FC236}">
                <a16:creationId xmlns:a16="http://schemas.microsoft.com/office/drawing/2014/main" id="{0240340B-D9EE-855F-0CE8-B9F9F9354BCB}"/>
              </a:ext>
            </a:extLst>
          </p:cNvPr>
          <p:cNvSpPr>
            <a:spLocks/>
          </p:cNvSpPr>
          <p:nvPr/>
        </p:nvSpPr>
        <p:spPr>
          <a:xfrm>
            <a:off x="7416475" y="2150330"/>
            <a:ext cx="2356365" cy="2283019"/>
          </a:xfrm>
          <a:prstGeom prst="roundRect">
            <a:avLst>
              <a:gd name="adj" fmla="val 2608"/>
            </a:avLst>
          </a:prstGeom>
          <a:solidFill>
            <a:schemeClr val="accent5"/>
          </a:solidFill>
          <a:ln w="76200">
            <a:noFill/>
          </a:ln>
          <a:effectLst>
            <a:outerShdw blurRad="50800" dist="190500" dir="2700000" algn="tl" rotWithShape="0">
              <a:schemeClr val="accent5"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7" name="Rectangle: Rounded Corners 70">
            <a:extLst>
              <a:ext uri="{FF2B5EF4-FFF2-40B4-BE49-F238E27FC236}">
                <a16:creationId xmlns:a16="http://schemas.microsoft.com/office/drawing/2014/main" id="{B110A47A-305D-B668-B1A3-52D7B91CC9D7}"/>
              </a:ext>
            </a:extLst>
          </p:cNvPr>
          <p:cNvSpPr/>
          <p:nvPr/>
        </p:nvSpPr>
        <p:spPr>
          <a:xfrm>
            <a:off x="4597281" y="3291840"/>
            <a:ext cx="3609150" cy="1871000"/>
          </a:xfrm>
          <a:prstGeom prst="roundRect">
            <a:avLst>
              <a:gd name="adj" fmla="val 2608"/>
            </a:avLst>
          </a:prstGeom>
          <a:solidFill>
            <a:schemeClr val="accent2"/>
          </a:solidFill>
          <a:ln w="76200">
            <a:solidFill>
              <a:schemeClr val="accent3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/>
          </a:p>
        </p:txBody>
      </p:sp>
      <p:sp>
        <p:nvSpPr>
          <p:cNvPr id="6" name="Rectangle: Rounded Corners 70">
            <a:extLst>
              <a:ext uri="{FF2B5EF4-FFF2-40B4-BE49-F238E27FC236}">
                <a16:creationId xmlns:a16="http://schemas.microsoft.com/office/drawing/2014/main" id="{F769BBC7-EF03-F54A-D0D4-F2F3F48AEF41}"/>
              </a:ext>
            </a:extLst>
          </p:cNvPr>
          <p:cNvSpPr/>
          <p:nvPr/>
        </p:nvSpPr>
        <p:spPr>
          <a:xfrm>
            <a:off x="3030872" y="2104880"/>
            <a:ext cx="2450186" cy="2373920"/>
          </a:xfrm>
          <a:prstGeom prst="roundRect">
            <a:avLst>
              <a:gd name="adj" fmla="val 2608"/>
            </a:avLst>
          </a:prstGeom>
          <a:solidFill>
            <a:schemeClr val="accent1"/>
          </a:solidFill>
          <a:ln w="76200">
            <a:solidFill>
              <a:schemeClr val="accent1"/>
            </a:solidFill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d-ID" sz="1125" dirty="0"/>
          </a:p>
        </p:txBody>
      </p:sp>
    </p:spTree>
    <p:extLst>
      <p:ext uri="{BB962C8B-B14F-4D97-AF65-F5344CB8AC3E}">
        <p14:creationId xmlns:p14="http://schemas.microsoft.com/office/powerpoint/2010/main" val="1248644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149562" y="2387089"/>
            <a:ext cx="763118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Drag &amp; Drop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24684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81B0954-7724-BDAA-FA31-E8CB259FD811}"/>
              </a:ext>
            </a:extLst>
          </p:cNvPr>
          <p:cNvSpPr txBox="1"/>
          <p:nvPr/>
        </p:nvSpPr>
        <p:spPr>
          <a:xfrm>
            <a:off x="822960" y="820925"/>
            <a:ext cx="24246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Drag a picture</a:t>
            </a:r>
            <a:endParaRPr lang="en-US" sz="24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9ECEA83-ADD3-DB10-96F3-FB74BA714B1E}"/>
              </a:ext>
            </a:extLst>
          </p:cNvPr>
          <p:cNvSpPr txBox="1"/>
          <p:nvPr/>
        </p:nvSpPr>
        <p:spPr>
          <a:xfrm>
            <a:off x="3887634" y="820925"/>
            <a:ext cx="32736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Insert an PNG Icon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4EBDF76-3C7A-998A-F710-4E1BE7595D5C}"/>
              </a:ext>
            </a:extLst>
          </p:cNvPr>
          <p:cNvSpPr txBox="1"/>
          <p:nvPr/>
        </p:nvSpPr>
        <p:spPr>
          <a:xfrm>
            <a:off x="7488728" y="820924"/>
            <a:ext cx="388031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Insert an SVG Icon</a:t>
            </a:r>
            <a:b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</a:br>
            <a:r>
              <a:rPr lang="pl-PL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(EMF if you have 2016 or older)</a:t>
            </a:r>
            <a:endParaRPr lang="pl-PL" sz="24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89ED8FCB-D8E0-5B80-51F8-647FCE9577FE}"/>
              </a:ext>
            </a:extLst>
          </p:cNvPr>
          <p:cNvSpPr txBox="1"/>
          <p:nvPr/>
        </p:nvSpPr>
        <p:spPr>
          <a:xfrm>
            <a:off x="1417056" y="5928257"/>
            <a:ext cx="93578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Showcase the STOCK features for 365 users</a:t>
            </a:r>
          </a:p>
        </p:txBody>
      </p:sp>
    </p:spTree>
    <p:extLst>
      <p:ext uri="{BB962C8B-B14F-4D97-AF65-F5344CB8AC3E}">
        <p14:creationId xmlns:p14="http://schemas.microsoft.com/office/powerpoint/2010/main" val="229479285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D88D5B6-9A41-3127-F647-A671648F22A4}"/>
              </a:ext>
            </a:extLst>
          </p:cNvPr>
          <p:cNvSpPr txBox="1"/>
          <p:nvPr/>
        </p:nvSpPr>
        <p:spPr>
          <a:xfrm>
            <a:off x="1799923" y="2321004"/>
            <a:ext cx="896186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Working with Images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457471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E81B0954-7724-BDAA-FA31-E8CB259FD811}"/>
              </a:ext>
            </a:extLst>
          </p:cNvPr>
          <p:cNvSpPr txBox="1"/>
          <p:nvPr/>
        </p:nvSpPr>
        <p:spPr>
          <a:xfrm>
            <a:off x="554019" y="972291"/>
            <a:ext cx="4052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Remove Background</a:t>
            </a:r>
            <a:endParaRPr lang="en-US" sz="24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F1C767-3677-6299-B8FA-C74D6BA8247A}"/>
              </a:ext>
            </a:extLst>
          </p:cNvPr>
          <p:cNvSpPr txBox="1"/>
          <p:nvPr/>
        </p:nvSpPr>
        <p:spPr>
          <a:xfrm>
            <a:off x="4069818" y="972290"/>
            <a:ext cx="4052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Corrections</a:t>
            </a:r>
            <a:endParaRPr lang="en-US" sz="24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AC06837-D46B-1549-4163-04E8171801F1}"/>
              </a:ext>
            </a:extLst>
          </p:cNvPr>
          <p:cNvSpPr txBox="1"/>
          <p:nvPr/>
        </p:nvSpPr>
        <p:spPr>
          <a:xfrm>
            <a:off x="7585617" y="972289"/>
            <a:ext cx="4052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2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Cropping</a:t>
            </a:r>
            <a:endParaRPr lang="en-US" sz="24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2" name="Picture 11" descr="A bird sitting on a rock&#10;&#10;Description automatically generated with low confidence">
            <a:extLst>
              <a:ext uri="{FF2B5EF4-FFF2-40B4-BE49-F238E27FC236}">
                <a16:creationId xmlns:a16="http://schemas.microsoft.com/office/drawing/2014/main" id="{B4F2C052-6972-D117-A2CD-814707241D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>
                        <a14:foregroundMark x1="46250" y1="25821" x2="55781" y2="28665"/>
                        <a14:foregroundMark x1="70156" y1="21882" x2="62031" y2="21663"/>
                        <a14:backgroundMark x1="46563" y1="82932" x2="50625" y2="89716"/>
                        <a14:backgroundMark x1="55937" y1="78556" x2="63594" y2="77462"/>
                        <a14:backgroundMark x1="49531" y1="88403" x2="57656" y2="91247"/>
                        <a14:backgroundMark x1="51094" y1="87090" x2="57969" y2="89716"/>
                        <a14:backgroundMark x1="55781" y1="88403" x2="62031" y2="8884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215" y="5104808"/>
            <a:ext cx="1093603" cy="780901"/>
          </a:xfrm>
          <a:prstGeom prst="rect">
            <a:avLst/>
          </a:prstGeom>
        </p:spPr>
      </p:pic>
      <p:pic>
        <p:nvPicPr>
          <p:cNvPr id="14" name="Picture 13" descr="A horse standing in a field&#10;&#10;Description automatically generated with medium confidence">
            <a:extLst>
              <a:ext uri="{FF2B5EF4-FFF2-40B4-BE49-F238E27FC236}">
                <a16:creationId xmlns:a16="http://schemas.microsoft.com/office/drawing/2014/main" id="{E755BF74-7991-3D31-00BB-59220762C877}"/>
              </a:ext>
            </a:extLst>
          </p:cNvPr>
          <p:cNvPicPr>
            <a:picLocks noChangeAspect="1"/>
          </p:cNvPicPr>
          <p:nvPr/>
        </p:nvPicPr>
        <p:blipFill>
          <a:blip r:embed="rId5">
            <a:grayscl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9189" y="5197806"/>
            <a:ext cx="1170437" cy="780901"/>
          </a:xfrm>
          <a:prstGeom prst="rect">
            <a:avLst/>
          </a:prstGeom>
        </p:spPr>
      </p:pic>
      <p:pic>
        <p:nvPicPr>
          <p:cNvPr id="17" name="Picture 16" descr="A bird standing on a rock&#10;&#10;Description automatically generated with medium confidence">
            <a:extLst>
              <a:ext uri="{FF2B5EF4-FFF2-40B4-BE49-F238E27FC236}">
                <a16:creationId xmlns:a16="http://schemas.microsoft.com/office/drawing/2014/main" id="{9904A9F9-ECFD-3F1C-697D-EBB0239D4DFE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764" t="20707" r="43912" b="44333"/>
          <a:stretch/>
        </p:blipFill>
        <p:spPr>
          <a:xfrm>
            <a:off x="10073241" y="5104808"/>
            <a:ext cx="861653" cy="861653"/>
          </a:xfrm>
          <a:prstGeom prst="ellipse">
            <a:avLst/>
          </a:prstGeom>
        </p:spPr>
      </p:pic>
    </p:spTree>
    <p:extLst>
      <p:ext uri="{BB962C8B-B14F-4D97-AF65-F5344CB8AC3E}">
        <p14:creationId xmlns:p14="http://schemas.microsoft.com/office/powerpoint/2010/main" val="4049894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799924" y="2321004"/>
            <a:ext cx="8592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Format Panel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218883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bird standing on a rock&#10;&#10;Description automatically generated with medium confidence">
            <a:extLst>
              <a:ext uri="{FF2B5EF4-FFF2-40B4-BE49-F238E27FC236}">
                <a16:creationId xmlns:a16="http://schemas.microsoft.com/office/drawing/2014/main" id="{959BE0FA-9766-AD61-2D31-DA8A5D55C5F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4642" y="2285599"/>
            <a:ext cx="3427524" cy="2286801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0BD53EC2-14AF-31C2-5058-637F420EB33F}"/>
              </a:ext>
            </a:extLst>
          </p:cNvPr>
          <p:cNvSpPr/>
          <p:nvPr/>
        </p:nvSpPr>
        <p:spPr>
          <a:xfrm>
            <a:off x="6323124" y="2285599"/>
            <a:ext cx="3992880" cy="2286801"/>
          </a:xfrm>
          <a:prstGeom prst="rect">
            <a:avLst/>
          </a:prstGeom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l-PL" dirty="0"/>
              <a:t>Welcome welcome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5953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C7FC4D0-182F-5308-138B-8993428BE994}"/>
              </a:ext>
            </a:extLst>
          </p:cNvPr>
          <p:cNvSpPr txBox="1"/>
          <p:nvPr/>
        </p:nvSpPr>
        <p:spPr>
          <a:xfrm>
            <a:off x="1799924" y="2321004"/>
            <a:ext cx="859215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6600" b="1" dirty="0">
                <a:solidFill>
                  <a:schemeClr val="accent5"/>
                </a:solidFill>
                <a:latin typeface="League Spartan Black" pitchFamily="2" charset="77"/>
                <a:ea typeface="Lato" panose="020F0502020204030203" pitchFamily="34" charset="0"/>
                <a:cs typeface="Poppins Black" pitchFamily="2" charset="77"/>
              </a:rPr>
              <a:t>Guides &amp; Rulers</a:t>
            </a:r>
            <a:endParaRPr lang="id-ID" sz="6600" b="1" dirty="0">
              <a:solidFill>
                <a:schemeClr val="accent5"/>
              </a:solidFill>
              <a:latin typeface="League Spartan Black" pitchFamily="2" charset="77"/>
              <a:ea typeface="Lato" panose="020F0502020204030203" pitchFamily="34" charset="0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706527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decel="10000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8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2">
            <a:extLst>
              <a:ext uri="{FF2B5EF4-FFF2-40B4-BE49-F238E27FC236}">
                <a16:creationId xmlns:a16="http://schemas.microsoft.com/office/drawing/2014/main" id="{6484B35A-0E91-0B10-23DC-25AFD2F952C2}"/>
              </a:ext>
            </a:extLst>
          </p:cNvPr>
          <p:cNvSpPr/>
          <p:nvPr/>
        </p:nvSpPr>
        <p:spPr>
          <a:xfrm>
            <a:off x="2727081" y="0"/>
            <a:ext cx="9464919" cy="6878945"/>
          </a:xfrm>
          <a:custGeom>
            <a:avLst/>
            <a:gdLst>
              <a:gd name="connsiteX0" fmla="*/ 0 w 9436100"/>
              <a:gd name="connsiteY0" fmla="*/ 0 h 6858000"/>
              <a:gd name="connsiteX1" fmla="*/ 9436100 w 9436100"/>
              <a:gd name="connsiteY1" fmla="*/ 0 h 6858000"/>
              <a:gd name="connsiteX2" fmla="*/ 9436100 w 9436100"/>
              <a:gd name="connsiteY2" fmla="*/ 6858000 h 6858000"/>
              <a:gd name="connsiteX3" fmla="*/ 0 w 9436100"/>
              <a:gd name="connsiteY3" fmla="*/ 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436100" h="6858000">
                <a:moveTo>
                  <a:pt x="0" y="0"/>
                </a:moveTo>
                <a:lnTo>
                  <a:pt x="9436100" y="0"/>
                </a:lnTo>
                <a:lnTo>
                  <a:pt x="9436100" y="6858000"/>
                </a:lnTo>
                <a:cubicBezTo>
                  <a:pt x="7779664" y="4508500"/>
                  <a:pt x="4541239" y="901700"/>
                  <a:pt x="0" y="0"/>
                </a:cubicBezTo>
                <a:close/>
              </a:path>
            </a:pathLst>
          </a:custGeom>
          <a:gradFill>
            <a:gsLst>
              <a:gs pos="15000">
                <a:schemeClr val="accent5"/>
              </a:gs>
              <a:gs pos="84000">
                <a:schemeClr val="accent5">
                  <a:lumMod val="75000"/>
                </a:schemeClr>
              </a:gs>
            </a:gsLst>
            <a:path path="circle">
              <a:fillToRect l="100000" t="10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A4090B9-20C2-AA0F-EC83-D43A803B1009}"/>
              </a:ext>
            </a:extLst>
          </p:cNvPr>
          <p:cNvSpPr txBox="1"/>
          <p:nvPr/>
        </p:nvSpPr>
        <p:spPr>
          <a:xfrm>
            <a:off x="1765763" y="2271045"/>
            <a:ext cx="59561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8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Enable ruler</a:t>
            </a:r>
            <a:endParaRPr lang="en-US" sz="48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742A38-5F40-23E2-40D8-82CE5CD48CA9}"/>
              </a:ext>
            </a:extLst>
          </p:cNvPr>
          <p:cNvSpPr txBox="1"/>
          <p:nvPr/>
        </p:nvSpPr>
        <p:spPr>
          <a:xfrm>
            <a:off x="2367647" y="4221052"/>
            <a:ext cx="6799172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l-PL" sz="4400" b="1" spc="100" dirty="0">
                <a:solidFill>
                  <a:schemeClr val="bg1"/>
                </a:solidFill>
                <a:ea typeface="Roboto Medium" panose="02000000000000000000" pitchFamily="2" charset="0"/>
                <a:cs typeface="Poppins" panose="00000500000000000000" pitchFamily="2" charset="0"/>
              </a:rPr>
              <a:t>Enable and edit guides</a:t>
            </a:r>
            <a:endParaRPr lang="en-US" sz="4400" b="1" spc="100" dirty="0">
              <a:solidFill>
                <a:schemeClr val="bg1"/>
              </a:solidFill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35288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Oval 11">
            <a:extLst>
              <a:ext uri="{FF2B5EF4-FFF2-40B4-BE49-F238E27FC236}">
                <a16:creationId xmlns:a16="http://schemas.microsoft.com/office/drawing/2014/main" id="{8B113016-42BE-724A-52DF-5B088BF21C3A}"/>
              </a:ext>
            </a:extLst>
          </p:cNvPr>
          <p:cNvSpPr/>
          <p:nvPr/>
        </p:nvSpPr>
        <p:spPr>
          <a:xfrm>
            <a:off x="1911548" y="2413698"/>
            <a:ext cx="2720050" cy="2720050"/>
          </a:xfrm>
          <a:prstGeom prst="ellipse">
            <a:avLst/>
          </a:prstGeom>
          <a:solidFill>
            <a:schemeClr val="accent1"/>
          </a:solidFill>
          <a:ln w="82550" cap="rnd" cmpd="sng">
            <a:solidFill>
              <a:schemeClr val="bg1"/>
            </a:solidFill>
            <a:prstDash val="solid"/>
            <a:miter lim="800000"/>
            <a:extLst>
              <a:ext uri="{C807C97D-BFC1-408E-A445-0C87EB9F89A2}">
                <ask:lineSketchStyleProps xmlns:ask="http://schemas.microsoft.com/office/drawing/2018/sketchyshapes" sd="1219033472">
                  <a:custGeom>
                    <a:avLst/>
                    <a:gdLst>
                      <a:gd name="connsiteX0" fmla="*/ 0 w 2720050"/>
                      <a:gd name="connsiteY0" fmla="*/ 1360025 h 2720050"/>
                      <a:gd name="connsiteX1" fmla="*/ 1360025 w 2720050"/>
                      <a:gd name="connsiteY1" fmla="*/ 0 h 2720050"/>
                      <a:gd name="connsiteX2" fmla="*/ 2720050 w 2720050"/>
                      <a:gd name="connsiteY2" fmla="*/ 1360025 h 2720050"/>
                      <a:gd name="connsiteX3" fmla="*/ 1360025 w 2720050"/>
                      <a:gd name="connsiteY3" fmla="*/ 2720050 h 2720050"/>
                      <a:gd name="connsiteX4" fmla="*/ 0 w 2720050"/>
                      <a:gd name="connsiteY4" fmla="*/ 1360025 h 2720050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</a:cxnLst>
                    <a:rect l="l" t="t" r="r" b="b"/>
                    <a:pathLst>
                      <a:path w="2720050" h="2720050" fill="none" extrusionOk="0">
                        <a:moveTo>
                          <a:pt x="0" y="1360025"/>
                        </a:moveTo>
                        <a:cubicBezTo>
                          <a:pt x="105518" y="621422"/>
                          <a:pt x="670561" y="-126890"/>
                          <a:pt x="1360025" y="0"/>
                        </a:cubicBezTo>
                        <a:cubicBezTo>
                          <a:pt x="2004383" y="-16349"/>
                          <a:pt x="2643024" y="681423"/>
                          <a:pt x="2720050" y="1360025"/>
                        </a:cubicBezTo>
                        <a:cubicBezTo>
                          <a:pt x="2707035" y="1987034"/>
                          <a:pt x="2063019" y="2786933"/>
                          <a:pt x="1360025" y="2720050"/>
                        </a:cubicBezTo>
                        <a:cubicBezTo>
                          <a:pt x="663950" y="2750867"/>
                          <a:pt x="27846" y="2117841"/>
                          <a:pt x="0" y="1360025"/>
                        </a:cubicBezTo>
                        <a:close/>
                      </a:path>
                      <a:path w="2720050" h="2720050" stroke="0" extrusionOk="0">
                        <a:moveTo>
                          <a:pt x="0" y="1360025"/>
                        </a:moveTo>
                        <a:cubicBezTo>
                          <a:pt x="-24005" y="594097"/>
                          <a:pt x="506477" y="38443"/>
                          <a:pt x="1360025" y="0"/>
                        </a:cubicBezTo>
                        <a:cubicBezTo>
                          <a:pt x="2208798" y="20558"/>
                          <a:pt x="2692839" y="609769"/>
                          <a:pt x="2720050" y="1360025"/>
                        </a:cubicBezTo>
                        <a:cubicBezTo>
                          <a:pt x="2705905" y="2124959"/>
                          <a:pt x="2093478" y="2817708"/>
                          <a:pt x="1360025" y="2720050"/>
                        </a:cubicBezTo>
                        <a:cubicBezTo>
                          <a:pt x="491354" y="2655735"/>
                          <a:pt x="126725" y="2171696"/>
                          <a:pt x="0" y="1360025"/>
                        </a:cubicBezTo>
                        <a:close/>
                      </a:path>
                    </a:pathLst>
                  </a:custGeom>
                  <ask:type>
                    <ask:lineSketchNone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6328E60D-564F-16B0-B8ED-4F09BC96BC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685785" y="3187935"/>
            <a:ext cx="1171575" cy="1171575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E07A21E4-01BE-8681-9BF8-9D2CA29E8F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34640" y="2998782"/>
            <a:ext cx="1171575" cy="1171575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040938F-1B42-FBF6-FC6B-804290E093B3}"/>
              </a:ext>
            </a:extLst>
          </p:cNvPr>
          <p:cNvSpPr txBox="1"/>
          <p:nvPr/>
        </p:nvSpPr>
        <p:spPr>
          <a:xfrm>
            <a:off x="1111572" y="858543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Your task</a:t>
            </a:r>
            <a:endParaRPr lang="en-US" sz="4000" b="1" spc="100" dirty="0">
              <a:solidFill>
                <a:schemeClr val="bg1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472FE9FA-C1EE-906A-8AF9-0E2538FE9A97}"/>
              </a:ext>
            </a:extLst>
          </p:cNvPr>
          <p:cNvSpPr txBox="1"/>
          <p:nvPr/>
        </p:nvSpPr>
        <p:spPr>
          <a:xfrm>
            <a:off x="6760427" y="873964"/>
            <a:ext cx="4320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l-PL" sz="4000" b="1" spc="100" dirty="0">
                <a:solidFill>
                  <a:schemeClr val="bg1"/>
                </a:solidFill>
                <a:latin typeface="League Spartan ExtraBold" pitchFamily="2" charset="77"/>
                <a:ea typeface="Roboto Medium" panose="02000000000000000000" pitchFamily="2" charset="0"/>
                <a:cs typeface="Poppins" panose="00000500000000000000" pitchFamily="2" charset="0"/>
              </a:rPr>
              <a:t>Practice here</a:t>
            </a:r>
            <a:endParaRPr lang="en-US" sz="4000" b="1" spc="100" dirty="0">
              <a:solidFill>
                <a:schemeClr val="bg1"/>
              </a:solidFill>
              <a:latin typeface="League Spartan ExtraBold" pitchFamily="2" charset="77"/>
              <a:ea typeface="Roboto Medium" panose="02000000000000000000" pitchFamily="2" charset="0"/>
              <a:cs typeface="Poppins" panose="00000500000000000000" pitchFamily="2" charset="0"/>
            </a:endParaRPr>
          </a:p>
        </p:txBody>
      </p:sp>
      <p:pic>
        <p:nvPicPr>
          <p:cNvPr id="17" name="Graphic 16">
            <a:extLst>
              <a:ext uri="{FF2B5EF4-FFF2-40B4-BE49-F238E27FC236}">
                <a16:creationId xmlns:a16="http://schemas.microsoft.com/office/drawing/2014/main" id="{F2EACE21-05CD-E1F7-57B7-6C65A35CFDA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623469" y="2686265"/>
            <a:ext cx="1171575" cy="1171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914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25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25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</p:bldLst>
  </p:timing>
</p:sld>
</file>

<file path=ppt/theme/theme1.xml><?xml version="1.0" encoding="utf-8"?>
<a:theme xmlns:a="http://schemas.openxmlformats.org/drawingml/2006/main" name="1_Office Theme">
  <a:themeElements>
    <a:clrScheme name="Custom 365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D2B65"/>
      </a:accent1>
      <a:accent2>
        <a:srgbClr val="CE0EFC"/>
      </a:accent2>
      <a:accent3>
        <a:srgbClr val="FED159"/>
      </a:accent3>
      <a:accent4>
        <a:srgbClr val="6215CF"/>
      </a:accent4>
      <a:accent5>
        <a:srgbClr val="22DDAD"/>
      </a:accent5>
      <a:accent6>
        <a:srgbClr val="0939C7"/>
      </a:accent6>
      <a:hlink>
        <a:srgbClr val="70AC46"/>
      </a:hlink>
      <a:folHlink>
        <a:srgbClr val="954F72"/>
      </a:folHlink>
    </a:clrScheme>
    <a:fontScheme name="League Spartan (ExtraB + Regular)">
      <a:majorFont>
        <a:latin typeface="League Spartan ExtraBold"/>
        <a:ea typeface=""/>
        <a:cs typeface=""/>
      </a:majorFont>
      <a:minorFont>
        <a:latin typeface="League Spart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1017</TotalTime>
  <Words>173</Words>
  <Application>Microsoft Office PowerPoint</Application>
  <PresentationFormat>Widescreen</PresentationFormat>
  <Paragraphs>46</Paragraphs>
  <Slides>16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League Spartan ExtraBold</vt:lpstr>
      <vt:lpstr>Calibri</vt:lpstr>
      <vt:lpstr>League Spartan Black</vt:lpstr>
      <vt:lpstr>Arial</vt:lpstr>
      <vt:lpstr>League Spartan</vt:lpstr>
      <vt:lpstr>1_Office Theme</vt:lpstr>
      <vt:lpstr>PowerPoint Presentation</vt:lpstr>
      <vt:lpstr>PowerPoint Presentation</vt:lpstr>
      <vt:lpstr>Please change the background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Andrew P</dc:creator>
  <cp:lastModifiedBy>Andrew P</cp:lastModifiedBy>
  <cp:revision>59</cp:revision>
  <dcterms:created xsi:type="dcterms:W3CDTF">2023-01-10T09:29:02Z</dcterms:created>
  <dcterms:modified xsi:type="dcterms:W3CDTF">2023-02-20T09:05:00Z</dcterms:modified>
</cp:coreProperties>
</file>