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2"/>
  </p:notesMasterIdLst>
  <p:sldIdLst>
    <p:sldId id="374" r:id="rId2"/>
    <p:sldId id="375" r:id="rId3"/>
    <p:sldId id="380" r:id="rId4"/>
    <p:sldId id="376" r:id="rId5"/>
    <p:sldId id="370" r:id="rId6"/>
    <p:sldId id="372" r:id="rId7"/>
    <p:sldId id="293" r:id="rId8"/>
    <p:sldId id="377" r:id="rId9"/>
    <p:sldId id="378" r:id="rId10"/>
    <p:sldId id="379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League Spartan" pitchFamily="2" charset="-18"/>
      <p:regular r:id="rId17"/>
      <p:bold r:id="rId18"/>
    </p:embeddedFont>
    <p:embeddedFont>
      <p:font typeface="League Spartan Black" pitchFamily="2" charset="-18"/>
      <p:bold r:id="rId19"/>
    </p:embeddedFont>
    <p:embeddedFont>
      <p:font typeface="League Spartan ExtraBold" pitchFamily="2" charset="-18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kscape Illustrator" id="{045E50BD-50E1-443F-8FAB-0DC2FD5CD4BE}">
          <p14:sldIdLst>
            <p14:sldId id="374"/>
          </p14:sldIdLst>
        </p14:section>
        <p14:section name="Slide Creation - Our Office" id="{AA9FEB74-BBDE-46E9-A105-F7E337EDB2DC}">
          <p14:sldIdLst>
            <p14:sldId id="375"/>
            <p14:sldId id="380"/>
          </p14:sldIdLst>
        </p14:section>
        <p14:section name="Charts in PowerPoint" id="{125054A3-B601-4165-863B-519655E3C863}">
          <p14:sldIdLst>
            <p14:sldId id="376"/>
          </p14:sldIdLst>
        </p14:section>
        <p14:section name="Recording Speech" id="{4693FED4-E610-40E8-BB50-F65147DB2B39}">
          <p14:sldIdLst>
            <p14:sldId id="370"/>
            <p14:sldId id="372"/>
          </p14:sldIdLst>
        </p14:section>
        <p14:section name="Customizing Colors" id="{A448BABB-E4A7-4AAD-9FBF-7B8F978C198A}">
          <p14:sldIdLst>
            <p14:sldId id="293"/>
            <p14:sldId id="377"/>
          </p14:sldIdLst>
        </p14:section>
        <p14:section name="Templates" id="{26CB6EBB-4A07-4AA1-9E4D-B3BB2E25299E}">
          <p14:sldIdLst>
            <p14:sldId id="378"/>
          </p14:sldIdLst>
        </p14:section>
        <p14:section name="Layouts" id="{4F38072B-02E6-4AE8-915B-1B88CABC7C9D}">
          <p14:sldIdLst>
            <p14:sldId id="379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757"/>
    <a:srgbClr val="D75B5B"/>
    <a:srgbClr val="EE1010"/>
    <a:srgbClr val="3E6092"/>
    <a:srgbClr val="1EA0B2"/>
    <a:srgbClr val="1E9FA2"/>
    <a:srgbClr val="242C39"/>
    <a:srgbClr val="005E5E"/>
    <a:srgbClr val="22DDAD"/>
    <a:srgbClr val="1FC9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6" autoAdjust="0"/>
    <p:restoredTop sz="88157" autoAdjust="0"/>
  </p:normalViewPr>
  <p:slideViewPr>
    <p:cSldViewPr snapToGrid="0">
      <p:cViewPr>
        <p:scale>
          <a:sx n="66" d="100"/>
          <a:sy n="66" d="100"/>
        </p:scale>
        <p:origin x="2477" y="1339"/>
      </p:cViewPr>
      <p:guideLst>
        <p:guide pos="3840"/>
        <p:guide orient="horz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2050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Cars</c:v>
                </c:pt>
                <c:pt idx="1">
                  <c:v>Motorcycles</c:v>
                </c:pt>
                <c:pt idx="2">
                  <c:v>Bikes</c:v>
                </c:pt>
                <c:pt idx="3">
                  <c:v>Skates</c:v>
                </c:pt>
                <c:pt idx="4">
                  <c:v>Snowboards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81-40CC-8496-44D46A2628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2051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Cars</c:v>
                </c:pt>
                <c:pt idx="1">
                  <c:v>Motorcycles</c:v>
                </c:pt>
                <c:pt idx="2">
                  <c:v>Bikes</c:v>
                </c:pt>
                <c:pt idx="3">
                  <c:v>Skates</c:v>
                </c:pt>
                <c:pt idx="4">
                  <c:v>Snowboards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81-40CC-8496-44D46A26285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2052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Cars</c:v>
                </c:pt>
                <c:pt idx="1">
                  <c:v>Motorcycles</c:v>
                </c:pt>
                <c:pt idx="2">
                  <c:v>Bikes</c:v>
                </c:pt>
                <c:pt idx="3">
                  <c:v>Skates</c:v>
                </c:pt>
                <c:pt idx="4">
                  <c:v>Snowboards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81-40CC-8496-44D46A2628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-15"/>
        <c:axId val="2120903840"/>
        <c:axId val="2120900928"/>
      </c:barChart>
      <c:catAx>
        <c:axId val="2120903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0900928"/>
        <c:crosses val="autoZero"/>
        <c:auto val="1"/>
        <c:lblAlgn val="ctr"/>
        <c:lblOffset val="100"/>
        <c:noMultiLvlLbl val="0"/>
      </c:catAx>
      <c:valAx>
        <c:axId val="2120900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0903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8E-444B-9B12-EB1767C644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8E-444B-9B12-EB1767C64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2911728"/>
        <c:axId val="31291214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8E-444B-9B12-EB1767C64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8893200"/>
        <c:axId val="1758515392"/>
      </c:lineChart>
      <c:catAx>
        <c:axId val="31291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912144"/>
        <c:crosses val="autoZero"/>
        <c:auto val="1"/>
        <c:lblAlgn val="ctr"/>
        <c:lblOffset val="100"/>
        <c:noMultiLvlLbl val="0"/>
      </c:catAx>
      <c:valAx>
        <c:axId val="312912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2911728"/>
        <c:crosses val="autoZero"/>
        <c:crossBetween val="between"/>
      </c:valAx>
      <c:valAx>
        <c:axId val="1758515392"/>
        <c:scaling>
          <c:orientation val="minMax"/>
          <c:max val="2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8893200"/>
        <c:crosses val="max"/>
        <c:crossBetween val="between"/>
      </c:valAx>
      <c:catAx>
        <c:axId val="212889320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585153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8D5C7-F2FE-499A-8306-C5D4748B0E5C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62AE8-207B-46DC-9570-06107ED046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13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1B91-CCB2-22F8-03BB-8275E088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14868-D2BD-949A-D26A-EC602372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73DA-94A7-ED45-906B-58627330AA1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77508-928F-3A49-0A05-2BFE6496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72559-2F82-A281-3C69-BFD43C20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57691-1BE3-9543-B47F-9A56C3632E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46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6602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D265764-BFA9-C6F2-27E5-A3AD700BFDF1}"/>
              </a:ext>
            </a:extLst>
          </p:cNvPr>
          <p:cNvGrpSpPr/>
          <p:nvPr userDrawn="1"/>
        </p:nvGrpSpPr>
        <p:grpSpPr>
          <a:xfrm flipH="1">
            <a:off x="0" y="0"/>
            <a:ext cx="10151692" cy="6858000"/>
            <a:chOff x="2040308" y="0"/>
            <a:chExt cx="10151692" cy="685800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028AC3B5-E7F7-8891-0162-18A7A6798712}"/>
                </a:ext>
              </a:extLst>
            </p:cNvPr>
            <p:cNvSpPr/>
            <p:nvPr userDrawn="1"/>
          </p:nvSpPr>
          <p:spPr>
            <a:xfrm>
              <a:off x="2040308" y="0"/>
              <a:ext cx="10151692" cy="6858000"/>
            </a:xfrm>
            <a:custGeom>
              <a:avLst/>
              <a:gdLst>
                <a:gd name="connsiteX0" fmla="*/ 1079382 w 10151692"/>
                <a:gd name="connsiteY0" fmla="*/ 0 h 6858000"/>
                <a:gd name="connsiteX1" fmla="*/ 10151692 w 10151692"/>
                <a:gd name="connsiteY1" fmla="*/ 0 h 6858000"/>
                <a:gd name="connsiteX2" fmla="*/ 10151692 w 10151692"/>
                <a:gd name="connsiteY2" fmla="*/ 6858000 h 6858000"/>
                <a:gd name="connsiteX3" fmla="*/ 1079382 w 10151692"/>
                <a:gd name="connsiteY3" fmla="*/ 6858000 h 6858000"/>
                <a:gd name="connsiteX4" fmla="*/ 1023344 w 10151692"/>
                <a:gd name="connsiteY4" fmla="*/ 6779198 h 6858000"/>
                <a:gd name="connsiteX5" fmla="*/ 0 w 10151692"/>
                <a:gd name="connsiteY5" fmla="*/ 3429000 h 6858000"/>
                <a:gd name="connsiteX6" fmla="*/ 1023344 w 10151692"/>
                <a:gd name="connsiteY6" fmla="*/ 788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51692" h="6858000">
                  <a:moveTo>
                    <a:pt x="1079382" y="0"/>
                  </a:moveTo>
                  <a:lnTo>
                    <a:pt x="10151692" y="0"/>
                  </a:lnTo>
                  <a:lnTo>
                    <a:pt x="10151692" y="6858000"/>
                  </a:lnTo>
                  <a:lnTo>
                    <a:pt x="1079382" y="6858000"/>
                  </a:lnTo>
                  <a:lnTo>
                    <a:pt x="1023344" y="6779198"/>
                  </a:lnTo>
                  <a:cubicBezTo>
                    <a:pt x="377258" y="5822864"/>
                    <a:pt x="0" y="4669989"/>
                    <a:pt x="0" y="3429000"/>
                  </a:cubicBezTo>
                  <a:cubicBezTo>
                    <a:pt x="0" y="2188012"/>
                    <a:pt x="377258" y="1035136"/>
                    <a:pt x="1023344" y="78803"/>
                  </a:cubicBezTo>
                  <a:close/>
                </a:path>
              </a:pathLst>
            </a:cu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3477438-0A23-190F-E184-A0F3AD4B6FBE}"/>
                </a:ext>
              </a:extLst>
            </p:cNvPr>
            <p:cNvSpPr/>
            <p:nvPr userDrawn="1"/>
          </p:nvSpPr>
          <p:spPr>
            <a:xfrm>
              <a:off x="4177964" y="0"/>
              <a:ext cx="7708736" cy="6858000"/>
            </a:xfrm>
            <a:custGeom>
              <a:avLst/>
              <a:gdLst>
                <a:gd name="connsiteX0" fmla="*/ 2094921 w 7708736"/>
                <a:gd name="connsiteY0" fmla="*/ 0 h 6858000"/>
                <a:gd name="connsiteX1" fmla="*/ 5613815 w 7708736"/>
                <a:gd name="connsiteY1" fmla="*/ 0 h 6858000"/>
                <a:gd name="connsiteX2" fmla="*/ 5691589 w 7708736"/>
                <a:gd name="connsiteY2" fmla="*/ 39833 h 6858000"/>
                <a:gd name="connsiteX3" fmla="*/ 7708736 w 7708736"/>
                <a:gd name="connsiteY3" fmla="*/ 3429000 h 6858000"/>
                <a:gd name="connsiteX4" fmla="*/ 5691589 w 7708736"/>
                <a:gd name="connsiteY4" fmla="*/ 6818167 h 6858000"/>
                <a:gd name="connsiteX5" fmla="*/ 5613815 w 7708736"/>
                <a:gd name="connsiteY5" fmla="*/ 6858000 h 6858000"/>
                <a:gd name="connsiteX6" fmla="*/ 2094921 w 7708736"/>
                <a:gd name="connsiteY6" fmla="*/ 6858000 h 6858000"/>
                <a:gd name="connsiteX7" fmla="*/ 2017148 w 7708736"/>
                <a:gd name="connsiteY7" fmla="*/ 6818167 h 6858000"/>
                <a:gd name="connsiteX8" fmla="*/ 0 w 7708736"/>
                <a:gd name="connsiteY8" fmla="*/ 3429000 h 6858000"/>
                <a:gd name="connsiteX9" fmla="*/ 2017148 w 7708736"/>
                <a:gd name="connsiteY9" fmla="*/ 398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08736" h="6858000">
                  <a:moveTo>
                    <a:pt x="2094921" y="0"/>
                  </a:moveTo>
                  <a:lnTo>
                    <a:pt x="5613815" y="0"/>
                  </a:lnTo>
                  <a:lnTo>
                    <a:pt x="5691589" y="39833"/>
                  </a:lnTo>
                  <a:cubicBezTo>
                    <a:pt x="6893092" y="692529"/>
                    <a:pt x="7708736" y="1965513"/>
                    <a:pt x="7708736" y="3429000"/>
                  </a:cubicBezTo>
                  <a:cubicBezTo>
                    <a:pt x="7708736" y="4892488"/>
                    <a:pt x="6893092" y="6165471"/>
                    <a:pt x="5691589" y="6818167"/>
                  </a:cubicBezTo>
                  <a:lnTo>
                    <a:pt x="5613815" y="6858000"/>
                  </a:lnTo>
                  <a:lnTo>
                    <a:pt x="2094921" y="6858000"/>
                  </a:lnTo>
                  <a:lnTo>
                    <a:pt x="2017148" y="6818167"/>
                  </a:lnTo>
                  <a:cubicBezTo>
                    <a:pt x="815644" y="6165471"/>
                    <a:pt x="0" y="4892488"/>
                    <a:pt x="0" y="3429000"/>
                  </a:cubicBezTo>
                  <a:cubicBezTo>
                    <a:pt x="0" y="1965513"/>
                    <a:pt x="815644" y="692529"/>
                    <a:pt x="2017148" y="39833"/>
                  </a:cubicBezTo>
                  <a:close/>
                </a:path>
              </a:pathLst>
            </a:cu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939A1E9-B0B9-B308-ACBA-29215CF0545E}"/>
                </a:ext>
              </a:extLst>
            </p:cNvPr>
            <p:cNvSpPr/>
            <p:nvPr userDrawn="1"/>
          </p:nvSpPr>
          <p:spPr>
            <a:xfrm>
              <a:off x="6033071" y="1429739"/>
              <a:ext cx="3998522" cy="3998522"/>
            </a:xfrm>
            <a:prstGeom prst="ellipse">
              <a:avLst/>
            </a:pr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4028990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65D73BAF-76D5-A8ED-7530-9D892B6920B4}"/>
              </a:ext>
            </a:extLst>
          </p:cNvPr>
          <p:cNvSpPr/>
          <p:nvPr userDrawn="1"/>
        </p:nvSpPr>
        <p:spPr>
          <a:xfrm rot="10800000" flipV="1">
            <a:off x="-2295" y="3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10F20A5-B624-B340-510F-92D66455DE0B}"/>
              </a:ext>
            </a:extLst>
          </p:cNvPr>
          <p:cNvSpPr/>
          <p:nvPr userDrawn="1"/>
        </p:nvSpPr>
        <p:spPr>
          <a:xfrm flipV="1">
            <a:off x="1589649" y="1647953"/>
            <a:ext cx="2643804" cy="2971546"/>
          </a:xfrm>
          <a:custGeom>
            <a:avLst/>
            <a:gdLst>
              <a:gd name="connsiteX0" fmla="*/ 1321720 w 2643804"/>
              <a:gd name="connsiteY0" fmla="*/ 0 h 2971546"/>
              <a:gd name="connsiteX1" fmla="*/ 1347212 w 2643804"/>
              <a:gd name="connsiteY1" fmla="*/ 1296 h 2971546"/>
              <a:gd name="connsiteX2" fmla="*/ 1373067 w 2643804"/>
              <a:gd name="connsiteY2" fmla="*/ 5369 h 2971546"/>
              <a:gd name="connsiteX3" fmla="*/ 1399650 w 2643804"/>
              <a:gd name="connsiteY3" fmla="*/ 11851 h 2971546"/>
              <a:gd name="connsiteX4" fmla="*/ 1427145 w 2643804"/>
              <a:gd name="connsiteY4" fmla="*/ 21109 h 2971546"/>
              <a:gd name="connsiteX5" fmla="*/ 1456277 w 2643804"/>
              <a:gd name="connsiteY5" fmla="*/ 33145 h 2971546"/>
              <a:gd name="connsiteX6" fmla="*/ 1487230 w 2643804"/>
              <a:gd name="connsiteY6" fmla="*/ 47588 h 2971546"/>
              <a:gd name="connsiteX7" fmla="*/ 1520369 w 2643804"/>
              <a:gd name="connsiteY7" fmla="*/ 64808 h 2971546"/>
              <a:gd name="connsiteX8" fmla="*/ 1556057 w 2643804"/>
              <a:gd name="connsiteY8" fmla="*/ 84436 h 2971546"/>
              <a:gd name="connsiteX9" fmla="*/ 1594658 w 2643804"/>
              <a:gd name="connsiteY9" fmla="*/ 107026 h 2971546"/>
              <a:gd name="connsiteX10" fmla="*/ 1636718 w 2643804"/>
              <a:gd name="connsiteY10" fmla="*/ 132023 h 2971546"/>
              <a:gd name="connsiteX11" fmla="*/ 1682420 w 2643804"/>
              <a:gd name="connsiteY11" fmla="*/ 159983 h 2971546"/>
              <a:gd name="connsiteX12" fmla="*/ 1732311 w 2643804"/>
              <a:gd name="connsiteY12" fmla="*/ 190165 h 2971546"/>
              <a:gd name="connsiteX13" fmla="*/ 1786571 w 2643804"/>
              <a:gd name="connsiteY13" fmla="*/ 223310 h 2971546"/>
              <a:gd name="connsiteX14" fmla="*/ 1845564 w 2643804"/>
              <a:gd name="connsiteY14" fmla="*/ 258862 h 2971546"/>
              <a:gd name="connsiteX15" fmla="*/ 1909839 w 2643804"/>
              <a:gd name="connsiteY15" fmla="*/ 297377 h 2971546"/>
              <a:gd name="connsiteX16" fmla="*/ 1979758 w 2643804"/>
              <a:gd name="connsiteY16" fmla="*/ 338113 h 2971546"/>
              <a:gd name="connsiteX17" fmla="*/ 2049676 w 2643804"/>
              <a:gd name="connsiteY17" fmla="*/ 378665 h 2971546"/>
              <a:gd name="connsiteX18" fmla="*/ 2114862 w 2643804"/>
              <a:gd name="connsiteY18" fmla="*/ 415513 h 2971546"/>
              <a:gd name="connsiteX19" fmla="*/ 2174947 w 2643804"/>
              <a:gd name="connsiteY19" fmla="*/ 449213 h 2971546"/>
              <a:gd name="connsiteX20" fmla="*/ 2230664 w 2643804"/>
              <a:gd name="connsiteY20" fmla="*/ 480136 h 2971546"/>
              <a:gd name="connsiteX21" fmla="*/ 2281464 w 2643804"/>
              <a:gd name="connsiteY21" fmla="*/ 508281 h 2971546"/>
              <a:gd name="connsiteX22" fmla="*/ 2328259 w 2643804"/>
              <a:gd name="connsiteY22" fmla="*/ 534389 h 2971546"/>
              <a:gd name="connsiteX23" fmla="*/ 2370866 w 2643804"/>
              <a:gd name="connsiteY23" fmla="*/ 558461 h 2971546"/>
              <a:gd name="connsiteX24" fmla="*/ 2409467 w 2643804"/>
              <a:gd name="connsiteY24" fmla="*/ 580866 h 2971546"/>
              <a:gd name="connsiteX25" fmla="*/ 2444427 w 2643804"/>
              <a:gd name="connsiteY25" fmla="*/ 602345 h 2971546"/>
              <a:gd name="connsiteX26" fmla="*/ 2475926 w 2643804"/>
              <a:gd name="connsiteY26" fmla="*/ 622529 h 2971546"/>
              <a:gd name="connsiteX27" fmla="*/ 2503602 w 2643804"/>
              <a:gd name="connsiteY27" fmla="*/ 642157 h 2971546"/>
              <a:gd name="connsiteX28" fmla="*/ 2528547 w 2643804"/>
              <a:gd name="connsiteY28" fmla="*/ 661784 h 2971546"/>
              <a:gd name="connsiteX29" fmla="*/ 2550397 w 2643804"/>
              <a:gd name="connsiteY29" fmla="*/ 681041 h 2971546"/>
              <a:gd name="connsiteX30" fmla="*/ 2569151 w 2643804"/>
              <a:gd name="connsiteY30" fmla="*/ 700854 h 2971546"/>
              <a:gd name="connsiteX31" fmla="*/ 2585538 w 2643804"/>
              <a:gd name="connsiteY31" fmla="*/ 721407 h 2971546"/>
              <a:gd name="connsiteX32" fmla="*/ 2599376 w 2643804"/>
              <a:gd name="connsiteY32" fmla="*/ 742886 h 2971546"/>
              <a:gd name="connsiteX33" fmla="*/ 2610847 w 2643804"/>
              <a:gd name="connsiteY33" fmla="*/ 765662 h 2971546"/>
              <a:gd name="connsiteX34" fmla="*/ 2620316 w 2643804"/>
              <a:gd name="connsiteY34" fmla="*/ 790103 h 2971546"/>
              <a:gd name="connsiteX35" fmla="*/ 2627963 w 2643804"/>
              <a:gd name="connsiteY35" fmla="*/ 816582 h 2971546"/>
              <a:gd name="connsiteX36" fmla="*/ 2633608 w 2643804"/>
              <a:gd name="connsiteY36" fmla="*/ 845283 h 2971546"/>
              <a:gd name="connsiteX37" fmla="*/ 2638159 w 2643804"/>
              <a:gd name="connsiteY37" fmla="*/ 876577 h 2971546"/>
              <a:gd name="connsiteX38" fmla="*/ 2641073 w 2643804"/>
              <a:gd name="connsiteY38" fmla="*/ 910833 h 2971546"/>
              <a:gd name="connsiteX39" fmla="*/ 2642894 w 2643804"/>
              <a:gd name="connsiteY39" fmla="*/ 948236 h 2971546"/>
              <a:gd name="connsiteX40" fmla="*/ 2643622 w 2643804"/>
              <a:gd name="connsiteY40" fmla="*/ 989343 h 2971546"/>
              <a:gd name="connsiteX41" fmla="*/ 2643804 w 2643804"/>
              <a:gd name="connsiteY41" fmla="*/ 1034523 h 2971546"/>
              <a:gd name="connsiteX42" fmla="*/ 2643258 w 2643804"/>
              <a:gd name="connsiteY42" fmla="*/ 1083777 h 2971546"/>
              <a:gd name="connsiteX43" fmla="*/ 2642165 w 2643804"/>
              <a:gd name="connsiteY43" fmla="*/ 1137291 h 2971546"/>
              <a:gd name="connsiteX44" fmla="*/ 2641073 w 2643804"/>
              <a:gd name="connsiteY44" fmla="*/ 1195988 h 2971546"/>
              <a:gd name="connsiteX45" fmla="*/ 2639798 w 2643804"/>
              <a:gd name="connsiteY45" fmla="*/ 1259870 h 2971546"/>
              <a:gd name="connsiteX46" fmla="*/ 2638705 w 2643804"/>
              <a:gd name="connsiteY46" fmla="*/ 1329122 h 2971546"/>
              <a:gd name="connsiteX47" fmla="*/ 2637795 w 2643804"/>
              <a:gd name="connsiteY47" fmla="*/ 1404485 h 2971546"/>
              <a:gd name="connsiteX48" fmla="*/ 2637431 w 2643804"/>
              <a:gd name="connsiteY48" fmla="*/ 1485773 h 2971546"/>
              <a:gd name="connsiteX49" fmla="*/ 2637795 w 2643804"/>
              <a:gd name="connsiteY49" fmla="*/ 1567061 h 2971546"/>
              <a:gd name="connsiteX50" fmla="*/ 2638705 w 2643804"/>
              <a:gd name="connsiteY50" fmla="*/ 1642424 h 2971546"/>
              <a:gd name="connsiteX51" fmla="*/ 2639798 w 2643804"/>
              <a:gd name="connsiteY51" fmla="*/ 1711676 h 2971546"/>
              <a:gd name="connsiteX52" fmla="*/ 2641073 w 2643804"/>
              <a:gd name="connsiteY52" fmla="*/ 1775558 h 2971546"/>
              <a:gd name="connsiteX53" fmla="*/ 2642165 w 2643804"/>
              <a:gd name="connsiteY53" fmla="*/ 1834256 h 2971546"/>
              <a:gd name="connsiteX54" fmla="*/ 2643258 w 2643804"/>
              <a:gd name="connsiteY54" fmla="*/ 1887769 h 2971546"/>
              <a:gd name="connsiteX55" fmla="*/ 2643804 w 2643804"/>
              <a:gd name="connsiteY55" fmla="*/ 1937023 h 2971546"/>
              <a:gd name="connsiteX56" fmla="*/ 2643622 w 2643804"/>
              <a:gd name="connsiteY56" fmla="*/ 1982204 h 2971546"/>
              <a:gd name="connsiteX57" fmla="*/ 2642894 w 2643804"/>
              <a:gd name="connsiteY57" fmla="*/ 2023311 h 2971546"/>
              <a:gd name="connsiteX58" fmla="*/ 2641073 w 2643804"/>
              <a:gd name="connsiteY58" fmla="*/ 2060714 h 2971546"/>
              <a:gd name="connsiteX59" fmla="*/ 2638159 w 2643804"/>
              <a:gd name="connsiteY59" fmla="*/ 2094970 h 2971546"/>
              <a:gd name="connsiteX60" fmla="*/ 2633790 w 2643804"/>
              <a:gd name="connsiteY60" fmla="*/ 2126263 h 2971546"/>
              <a:gd name="connsiteX61" fmla="*/ 2627963 w 2643804"/>
              <a:gd name="connsiteY61" fmla="*/ 2154963 h 2971546"/>
              <a:gd name="connsiteX62" fmla="*/ 2620316 w 2643804"/>
              <a:gd name="connsiteY62" fmla="*/ 2181442 h 2971546"/>
              <a:gd name="connsiteX63" fmla="*/ 2610847 w 2643804"/>
              <a:gd name="connsiteY63" fmla="*/ 2205884 h 2971546"/>
              <a:gd name="connsiteX64" fmla="*/ 2599376 w 2643804"/>
              <a:gd name="connsiteY64" fmla="*/ 2228660 h 2971546"/>
              <a:gd name="connsiteX65" fmla="*/ 2585538 w 2643804"/>
              <a:gd name="connsiteY65" fmla="*/ 2250139 h 2971546"/>
              <a:gd name="connsiteX66" fmla="*/ 2569151 w 2643804"/>
              <a:gd name="connsiteY66" fmla="*/ 2270692 h 2971546"/>
              <a:gd name="connsiteX67" fmla="*/ 2550397 w 2643804"/>
              <a:gd name="connsiteY67" fmla="*/ 2290505 h 2971546"/>
              <a:gd name="connsiteX68" fmla="*/ 2528547 w 2643804"/>
              <a:gd name="connsiteY68" fmla="*/ 2309763 h 2971546"/>
              <a:gd name="connsiteX69" fmla="*/ 2503784 w 2643804"/>
              <a:gd name="connsiteY69" fmla="*/ 2329390 h 2971546"/>
              <a:gd name="connsiteX70" fmla="*/ 2475926 w 2643804"/>
              <a:gd name="connsiteY70" fmla="*/ 2349018 h 2971546"/>
              <a:gd name="connsiteX71" fmla="*/ 2444427 w 2643804"/>
              <a:gd name="connsiteY71" fmla="*/ 2369386 h 2971546"/>
              <a:gd name="connsiteX72" fmla="*/ 2409649 w 2643804"/>
              <a:gd name="connsiteY72" fmla="*/ 2390680 h 2971546"/>
              <a:gd name="connsiteX73" fmla="*/ 2370866 w 2643804"/>
              <a:gd name="connsiteY73" fmla="*/ 2413085 h 2971546"/>
              <a:gd name="connsiteX74" fmla="*/ 2328259 w 2643804"/>
              <a:gd name="connsiteY74" fmla="*/ 2437156 h 2971546"/>
              <a:gd name="connsiteX75" fmla="*/ 2281464 w 2643804"/>
              <a:gd name="connsiteY75" fmla="*/ 2463265 h 2971546"/>
              <a:gd name="connsiteX76" fmla="*/ 2230664 w 2643804"/>
              <a:gd name="connsiteY76" fmla="*/ 2491596 h 2971546"/>
              <a:gd name="connsiteX77" fmla="*/ 2174947 w 2643804"/>
              <a:gd name="connsiteY77" fmla="*/ 2522518 h 2971546"/>
              <a:gd name="connsiteX78" fmla="*/ 2114862 w 2643804"/>
              <a:gd name="connsiteY78" fmla="*/ 2556034 h 2971546"/>
              <a:gd name="connsiteX79" fmla="*/ 2049676 w 2643804"/>
              <a:gd name="connsiteY79" fmla="*/ 2592881 h 2971546"/>
              <a:gd name="connsiteX80" fmla="*/ 1979758 w 2643804"/>
              <a:gd name="connsiteY80" fmla="*/ 2633433 h 2971546"/>
              <a:gd name="connsiteX81" fmla="*/ 1909839 w 2643804"/>
              <a:gd name="connsiteY81" fmla="*/ 2674169 h 2971546"/>
              <a:gd name="connsiteX82" fmla="*/ 1845564 w 2643804"/>
              <a:gd name="connsiteY82" fmla="*/ 2712684 h 2971546"/>
              <a:gd name="connsiteX83" fmla="*/ 1786571 w 2643804"/>
              <a:gd name="connsiteY83" fmla="*/ 2748236 h 2971546"/>
              <a:gd name="connsiteX84" fmla="*/ 1732311 w 2643804"/>
              <a:gd name="connsiteY84" fmla="*/ 2781380 h 2971546"/>
              <a:gd name="connsiteX85" fmla="*/ 1682420 w 2643804"/>
              <a:gd name="connsiteY85" fmla="*/ 2811563 h 2971546"/>
              <a:gd name="connsiteX86" fmla="*/ 1636718 w 2643804"/>
              <a:gd name="connsiteY86" fmla="*/ 2839522 h 2971546"/>
              <a:gd name="connsiteX87" fmla="*/ 1594658 w 2643804"/>
              <a:gd name="connsiteY87" fmla="*/ 2864520 h 2971546"/>
              <a:gd name="connsiteX88" fmla="*/ 1556057 w 2643804"/>
              <a:gd name="connsiteY88" fmla="*/ 2887111 h 2971546"/>
              <a:gd name="connsiteX89" fmla="*/ 1520369 w 2643804"/>
              <a:gd name="connsiteY89" fmla="*/ 2906738 h 2971546"/>
              <a:gd name="connsiteX90" fmla="*/ 1487230 w 2643804"/>
              <a:gd name="connsiteY90" fmla="*/ 2923959 h 2971546"/>
              <a:gd name="connsiteX91" fmla="*/ 1456277 w 2643804"/>
              <a:gd name="connsiteY91" fmla="*/ 2938401 h 2971546"/>
              <a:gd name="connsiteX92" fmla="*/ 1427145 w 2643804"/>
              <a:gd name="connsiteY92" fmla="*/ 2950438 h 2971546"/>
              <a:gd name="connsiteX93" fmla="*/ 1399650 w 2643804"/>
              <a:gd name="connsiteY93" fmla="*/ 2959696 h 2971546"/>
              <a:gd name="connsiteX94" fmla="*/ 1373067 w 2643804"/>
              <a:gd name="connsiteY94" fmla="*/ 2966176 h 2971546"/>
              <a:gd name="connsiteX95" fmla="*/ 1347212 w 2643804"/>
              <a:gd name="connsiteY95" fmla="*/ 2970250 h 2971546"/>
              <a:gd name="connsiteX96" fmla="*/ 1321720 w 2643804"/>
              <a:gd name="connsiteY96" fmla="*/ 2971546 h 2971546"/>
              <a:gd name="connsiteX97" fmla="*/ 1296593 w 2643804"/>
              <a:gd name="connsiteY97" fmla="*/ 2970250 h 2971546"/>
              <a:gd name="connsiteX98" fmla="*/ 1270737 w 2643804"/>
              <a:gd name="connsiteY98" fmla="*/ 2966176 h 2971546"/>
              <a:gd name="connsiteX99" fmla="*/ 1244154 w 2643804"/>
              <a:gd name="connsiteY99" fmla="*/ 2959696 h 2971546"/>
              <a:gd name="connsiteX100" fmla="*/ 1216660 w 2643804"/>
              <a:gd name="connsiteY100" fmla="*/ 2950438 h 2971546"/>
              <a:gd name="connsiteX101" fmla="*/ 1187526 w 2643804"/>
              <a:gd name="connsiteY101" fmla="*/ 2938401 h 2971546"/>
              <a:gd name="connsiteX102" fmla="*/ 1156574 w 2643804"/>
              <a:gd name="connsiteY102" fmla="*/ 2923959 h 2971546"/>
              <a:gd name="connsiteX103" fmla="*/ 1123435 w 2643804"/>
              <a:gd name="connsiteY103" fmla="*/ 2906738 h 2971546"/>
              <a:gd name="connsiteX104" fmla="*/ 1087747 w 2643804"/>
              <a:gd name="connsiteY104" fmla="*/ 2887111 h 2971546"/>
              <a:gd name="connsiteX105" fmla="*/ 1049146 w 2643804"/>
              <a:gd name="connsiteY105" fmla="*/ 2864520 h 2971546"/>
              <a:gd name="connsiteX106" fmla="*/ 1007086 w 2643804"/>
              <a:gd name="connsiteY106" fmla="*/ 2839522 h 2971546"/>
              <a:gd name="connsiteX107" fmla="*/ 961383 w 2643804"/>
              <a:gd name="connsiteY107" fmla="*/ 2811563 h 2971546"/>
              <a:gd name="connsiteX108" fmla="*/ 911494 w 2643804"/>
              <a:gd name="connsiteY108" fmla="*/ 2781380 h 2971546"/>
              <a:gd name="connsiteX109" fmla="*/ 857233 w 2643804"/>
              <a:gd name="connsiteY109" fmla="*/ 2748236 h 2971546"/>
              <a:gd name="connsiteX110" fmla="*/ 798240 w 2643804"/>
              <a:gd name="connsiteY110" fmla="*/ 2712684 h 2971546"/>
              <a:gd name="connsiteX111" fmla="*/ 733965 w 2643804"/>
              <a:gd name="connsiteY111" fmla="*/ 2674169 h 2971546"/>
              <a:gd name="connsiteX112" fmla="*/ 664046 w 2643804"/>
              <a:gd name="connsiteY112" fmla="*/ 2633433 h 2971546"/>
              <a:gd name="connsiteX113" fmla="*/ 594128 w 2643804"/>
              <a:gd name="connsiteY113" fmla="*/ 2592881 h 2971546"/>
              <a:gd name="connsiteX114" fmla="*/ 528943 w 2643804"/>
              <a:gd name="connsiteY114" fmla="*/ 2556034 h 2971546"/>
              <a:gd name="connsiteX115" fmla="*/ 468857 w 2643804"/>
              <a:gd name="connsiteY115" fmla="*/ 2522333 h 2971546"/>
              <a:gd name="connsiteX116" fmla="*/ 413140 w 2643804"/>
              <a:gd name="connsiteY116" fmla="*/ 2491411 h 2971546"/>
              <a:gd name="connsiteX117" fmla="*/ 362340 w 2643804"/>
              <a:gd name="connsiteY117" fmla="*/ 2463265 h 2971546"/>
              <a:gd name="connsiteX118" fmla="*/ 315545 w 2643804"/>
              <a:gd name="connsiteY118" fmla="*/ 2437156 h 2971546"/>
              <a:gd name="connsiteX119" fmla="*/ 272938 w 2643804"/>
              <a:gd name="connsiteY119" fmla="*/ 2413085 h 2971546"/>
              <a:gd name="connsiteX120" fmla="*/ 234337 w 2643804"/>
              <a:gd name="connsiteY120" fmla="*/ 2390680 h 2971546"/>
              <a:gd name="connsiteX121" fmla="*/ 199378 w 2643804"/>
              <a:gd name="connsiteY121" fmla="*/ 2369201 h 2971546"/>
              <a:gd name="connsiteX122" fmla="*/ 167878 w 2643804"/>
              <a:gd name="connsiteY122" fmla="*/ 2349018 h 2971546"/>
              <a:gd name="connsiteX123" fmla="*/ 140202 w 2643804"/>
              <a:gd name="connsiteY123" fmla="*/ 2329390 h 2971546"/>
              <a:gd name="connsiteX124" fmla="*/ 115256 w 2643804"/>
              <a:gd name="connsiteY124" fmla="*/ 2309763 h 2971546"/>
              <a:gd name="connsiteX125" fmla="*/ 93407 w 2643804"/>
              <a:gd name="connsiteY125" fmla="*/ 2290505 h 2971546"/>
              <a:gd name="connsiteX126" fmla="*/ 74652 w 2643804"/>
              <a:gd name="connsiteY126" fmla="*/ 2270692 h 2971546"/>
              <a:gd name="connsiteX127" fmla="*/ 58266 w 2643804"/>
              <a:gd name="connsiteY127" fmla="*/ 2250139 h 2971546"/>
              <a:gd name="connsiteX128" fmla="*/ 44428 w 2643804"/>
              <a:gd name="connsiteY128" fmla="*/ 2228660 h 2971546"/>
              <a:gd name="connsiteX129" fmla="*/ 32956 w 2643804"/>
              <a:gd name="connsiteY129" fmla="*/ 2205884 h 2971546"/>
              <a:gd name="connsiteX130" fmla="*/ 23488 w 2643804"/>
              <a:gd name="connsiteY130" fmla="*/ 2181442 h 2971546"/>
              <a:gd name="connsiteX131" fmla="*/ 15841 w 2643804"/>
              <a:gd name="connsiteY131" fmla="*/ 2154963 h 2971546"/>
              <a:gd name="connsiteX132" fmla="*/ 10196 w 2643804"/>
              <a:gd name="connsiteY132" fmla="*/ 2126263 h 2971546"/>
              <a:gd name="connsiteX133" fmla="*/ 5644 w 2643804"/>
              <a:gd name="connsiteY133" fmla="*/ 2094970 h 2971546"/>
              <a:gd name="connsiteX134" fmla="*/ 2732 w 2643804"/>
              <a:gd name="connsiteY134" fmla="*/ 2060714 h 2971546"/>
              <a:gd name="connsiteX135" fmla="*/ 910 w 2643804"/>
              <a:gd name="connsiteY135" fmla="*/ 2023311 h 2971546"/>
              <a:gd name="connsiteX136" fmla="*/ 182 w 2643804"/>
              <a:gd name="connsiteY136" fmla="*/ 1982204 h 2971546"/>
              <a:gd name="connsiteX137" fmla="*/ 0 w 2643804"/>
              <a:gd name="connsiteY137" fmla="*/ 1937023 h 2971546"/>
              <a:gd name="connsiteX138" fmla="*/ 546 w 2643804"/>
              <a:gd name="connsiteY138" fmla="*/ 1887769 h 2971546"/>
              <a:gd name="connsiteX139" fmla="*/ 1639 w 2643804"/>
              <a:gd name="connsiteY139" fmla="*/ 1834256 h 2971546"/>
              <a:gd name="connsiteX140" fmla="*/ 2732 w 2643804"/>
              <a:gd name="connsiteY140" fmla="*/ 1775558 h 2971546"/>
              <a:gd name="connsiteX141" fmla="*/ 4006 w 2643804"/>
              <a:gd name="connsiteY141" fmla="*/ 1711676 h 2971546"/>
              <a:gd name="connsiteX142" fmla="*/ 5098 w 2643804"/>
              <a:gd name="connsiteY142" fmla="*/ 1642424 h 2971546"/>
              <a:gd name="connsiteX143" fmla="*/ 6008 w 2643804"/>
              <a:gd name="connsiteY143" fmla="*/ 1567061 h 2971546"/>
              <a:gd name="connsiteX144" fmla="*/ 6372 w 2643804"/>
              <a:gd name="connsiteY144" fmla="*/ 1485773 h 2971546"/>
              <a:gd name="connsiteX145" fmla="*/ 6008 w 2643804"/>
              <a:gd name="connsiteY145" fmla="*/ 1404485 h 2971546"/>
              <a:gd name="connsiteX146" fmla="*/ 5098 w 2643804"/>
              <a:gd name="connsiteY146" fmla="*/ 1329122 h 2971546"/>
              <a:gd name="connsiteX147" fmla="*/ 4006 w 2643804"/>
              <a:gd name="connsiteY147" fmla="*/ 1259870 h 2971546"/>
              <a:gd name="connsiteX148" fmla="*/ 2732 w 2643804"/>
              <a:gd name="connsiteY148" fmla="*/ 1195988 h 2971546"/>
              <a:gd name="connsiteX149" fmla="*/ 1639 w 2643804"/>
              <a:gd name="connsiteY149" fmla="*/ 1137291 h 2971546"/>
              <a:gd name="connsiteX150" fmla="*/ 546 w 2643804"/>
              <a:gd name="connsiteY150" fmla="*/ 1083777 h 2971546"/>
              <a:gd name="connsiteX151" fmla="*/ 0 w 2643804"/>
              <a:gd name="connsiteY151" fmla="*/ 1034523 h 2971546"/>
              <a:gd name="connsiteX152" fmla="*/ 182 w 2643804"/>
              <a:gd name="connsiteY152" fmla="*/ 989343 h 2971546"/>
              <a:gd name="connsiteX153" fmla="*/ 910 w 2643804"/>
              <a:gd name="connsiteY153" fmla="*/ 948236 h 2971546"/>
              <a:gd name="connsiteX154" fmla="*/ 2732 w 2643804"/>
              <a:gd name="connsiteY154" fmla="*/ 910833 h 2971546"/>
              <a:gd name="connsiteX155" fmla="*/ 5644 w 2643804"/>
              <a:gd name="connsiteY155" fmla="*/ 876577 h 2971546"/>
              <a:gd name="connsiteX156" fmla="*/ 10014 w 2643804"/>
              <a:gd name="connsiteY156" fmla="*/ 845283 h 2971546"/>
              <a:gd name="connsiteX157" fmla="*/ 15841 w 2643804"/>
              <a:gd name="connsiteY157" fmla="*/ 816582 h 2971546"/>
              <a:gd name="connsiteX158" fmla="*/ 23488 w 2643804"/>
              <a:gd name="connsiteY158" fmla="*/ 790103 h 2971546"/>
              <a:gd name="connsiteX159" fmla="*/ 32956 w 2643804"/>
              <a:gd name="connsiteY159" fmla="*/ 765662 h 2971546"/>
              <a:gd name="connsiteX160" fmla="*/ 44428 w 2643804"/>
              <a:gd name="connsiteY160" fmla="*/ 742886 h 2971546"/>
              <a:gd name="connsiteX161" fmla="*/ 58266 w 2643804"/>
              <a:gd name="connsiteY161" fmla="*/ 721407 h 2971546"/>
              <a:gd name="connsiteX162" fmla="*/ 74652 w 2643804"/>
              <a:gd name="connsiteY162" fmla="*/ 700854 h 2971546"/>
              <a:gd name="connsiteX163" fmla="*/ 93407 w 2643804"/>
              <a:gd name="connsiteY163" fmla="*/ 681041 h 2971546"/>
              <a:gd name="connsiteX164" fmla="*/ 115256 w 2643804"/>
              <a:gd name="connsiteY164" fmla="*/ 661784 h 2971546"/>
              <a:gd name="connsiteX165" fmla="*/ 140020 w 2643804"/>
              <a:gd name="connsiteY165" fmla="*/ 642157 h 2971546"/>
              <a:gd name="connsiteX166" fmla="*/ 167878 w 2643804"/>
              <a:gd name="connsiteY166" fmla="*/ 622529 h 2971546"/>
              <a:gd name="connsiteX167" fmla="*/ 199378 w 2643804"/>
              <a:gd name="connsiteY167" fmla="*/ 602161 h 2971546"/>
              <a:gd name="connsiteX168" fmla="*/ 234155 w 2643804"/>
              <a:gd name="connsiteY168" fmla="*/ 580866 h 2971546"/>
              <a:gd name="connsiteX169" fmla="*/ 272938 w 2643804"/>
              <a:gd name="connsiteY169" fmla="*/ 558461 h 2971546"/>
              <a:gd name="connsiteX170" fmla="*/ 315545 w 2643804"/>
              <a:gd name="connsiteY170" fmla="*/ 534389 h 2971546"/>
              <a:gd name="connsiteX171" fmla="*/ 362340 w 2643804"/>
              <a:gd name="connsiteY171" fmla="*/ 508281 h 2971546"/>
              <a:gd name="connsiteX172" fmla="*/ 413140 w 2643804"/>
              <a:gd name="connsiteY172" fmla="*/ 479951 h 2971546"/>
              <a:gd name="connsiteX173" fmla="*/ 468857 w 2643804"/>
              <a:gd name="connsiteY173" fmla="*/ 449028 h 2971546"/>
              <a:gd name="connsiteX174" fmla="*/ 528943 w 2643804"/>
              <a:gd name="connsiteY174" fmla="*/ 415513 h 2971546"/>
              <a:gd name="connsiteX175" fmla="*/ 594128 w 2643804"/>
              <a:gd name="connsiteY175" fmla="*/ 378665 h 2971546"/>
              <a:gd name="connsiteX176" fmla="*/ 664046 w 2643804"/>
              <a:gd name="connsiteY176" fmla="*/ 338113 h 2971546"/>
              <a:gd name="connsiteX177" fmla="*/ 733965 w 2643804"/>
              <a:gd name="connsiteY177" fmla="*/ 297377 h 2971546"/>
              <a:gd name="connsiteX178" fmla="*/ 798240 w 2643804"/>
              <a:gd name="connsiteY178" fmla="*/ 258862 h 2971546"/>
              <a:gd name="connsiteX179" fmla="*/ 857233 w 2643804"/>
              <a:gd name="connsiteY179" fmla="*/ 223310 h 2971546"/>
              <a:gd name="connsiteX180" fmla="*/ 911494 w 2643804"/>
              <a:gd name="connsiteY180" fmla="*/ 190165 h 2971546"/>
              <a:gd name="connsiteX181" fmla="*/ 961383 w 2643804"/>
              <a:gd name="connsiteY181" fmla="*/ 159983 h 2971546"/>
              <a:gd name="connsiteX182" fmla="*/ 1007086 w 2643804"/>
              <a:gd name="connsiteY182" fmla="*/ 132023 h 2971546"/>
              <a:gd name="connsiteX183" fmla="*/ 1049146 w 2643804"/>
              <a:gd name="connsiteY183" fmla="*/ 107026 h 2971546"/>
              <a:gd name="connsiteX184" fmla="*/ 1087747 w 2643804"/>
              <a:gd name="connsiteY184" fmla="*/ 84436 h 2971546"/>
              <a:gd name="connsiteX185" fmla="*/ 1123435 w 2643804"/>
              <a:gd name="connsiteY185" fmla="*/ 64808 h 2971546"/>
              <a:gd name="connsiteX186" fmla="*/ 1156574 w 2643804"/>
              <a:gd name="connsiteY186" fmla="*/ 47588 h 2971546"/>
              <a:gd name="connsiteX187" fmla="*/ 1187526 w 2643804"/>
              <a:gd name="connsiteY187" fmla="*/ 33145 h 2971546"/>
              <a:gd name="connsiteX188" fmla="*/ 1216660 w 2643804"/>
              <a:gd name="connsiteY188" fmla="*/ 21109 h 2971546"/>
              <a:gd name="connsiteX189" fmla="*/ 1244154 w 2643804"/>
              <a:gd name="connsiteY189" fmla="*/ 11851 h 2971546"/>
              <a:gd name="connsiteX190" fmla="*/ 1270737 w 2643804"/>
              <a:gd name="connsiteY190" fmla="*/ 5369 h 2971546"/>
              <a:gd name="connsiteX191" fmla="*/ 1296593 w 2643804"/>
              <a:gd name="connsiteY191" fmla="*/ 1296 h 297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643804" h="2971546">
                <a:moveTo>
                  <a:pt x="1321720" y="0"/>
                </a:moveTo>
                <a:lnTo>
                  <a:pt x="1347212" y="1296"/>
                </a:lnTo>
                <a:lnTo>
                  <a:pt x="1373067" y="5369"/>
                </a:lnTo>
                <a:lnTo>
                  <a:pt x="1399650" y="11851"/>
                </a:lnTo>
                <a:lnTo>
                  <a:pt x="1427145" y="21109"/>
                </a:lnTo>
                <a:lnTo>
                  <a:pt x="1456277" y="33145"/>
                </a:lnTo>
                <a:lnTo>
                  <a:pt x="1487230" y="47588"/>
                </a:lnTo>
                <a:lnTo>
                  <a:pt x="1520369" y="64808"/>
                </a:lnTo>
                <a:lnTo>
                  <a:pt x="1556057" y="84436"/>
                </a:lnTo>
                <a:lnTo>
                  <a:pt x="1594658" y="107026"/>
                </a:lnTo>
                <a:lnTo>
                  <a:pt x="1636718" y="132023"/>
                </a:lnTo>
                <a:lnTo>
                  <a:pt x="1682420" y="159983"/>
                </a:lnTo>
                <a:lnTo>
                  <a:pt x="1732311" y="190165"/>
                </a:lnTo>
                <a:lnTo>
                  <a:pt x="1786571" y="223310"/>
                </a:lnTo>
                <a:lnTo>
                  <a:pt x="1845564" y="258862"/>
                </a:lnTo>
                <a:lnTo>
                  <a:pt x="1909839" y="297377"/>
                </a:lnTo>
                <a:lnTo>
                  <a:pt x="1979758" y="338113"/>
                </a:lnTo>
                <a:lnTo>
                  <a:pt x="2049676" y="378665"/>
                </a:lnTo>
                <a:lnTo>
                  <a:pt x="2114862" y="415513"/>
                </a:lnTo>
                <a:lnTo>
                  <a:pt x="2174947" y="449213"/>
                </a:lnTo>
                <a:lnTo>
                  <a:pt x="2230664" y="480136"/>
                </a:lnTo>
                <a:lnTo>
                  <a:pt x="2281464" y="508281"/>
                </a:lnTo>
                <a:lnTo>
                  <a:pt x="2328259" y="534389"/>
                </a:lnTo>
                <a:lnTo>
                  <a:pt x="2370866" y="558461"/>
                </a:lnTo>
                <a:lnTo>
                  <a:pt x="2409467" y="580866"/>
                </a:lnTo>
                <a:lnTo>
                  <a:pt x="2444427" y="602345"/>
                </a:lnTo>
                <a:lnTo>
                  <a:pt x="2475926" y="622529"/>
                </a:lnTo>
                <a:lnTo>
                  <a:pt x="2503602" y="642157"/>
                </a:lnTo>
                <a:lnTo>
                  <a:pt x="2528547" y="661784"/>
                </a:lnTo>
                <a:lnTo>
                  <a:pt x="2550397" y="681041"/>
                </a:lnTo>
                <a:lnTo>
                  <a:pt x="2569151" y="700854"/>
                </a:lnTo>
                <a:lnTo>
                  <a:pt x="2585538" y="721407"/>
                </a:lnTo>
                <a:lnTo>
                  <a:pt x="2599376" y="742886"/>
                </a:lnTo>
                <a:lnTo>
                  <a:pt x="2610847" y="765662"/>
                </a:lnTo>
                <a:lnTo>
                  <a:pt x="2620316" y="790103"/>
                </a:lnTo>
                <a:lnTo>
                  <a:pt x="2627963" y="816582"/>
                </a:lnTo>
                <a:lnTo>
                  <a:pt x="2633608" y="845283"/>
                </a:lnTo>
                <a:lnTo>
                  <a:pt x="2638159" y="876577"/>
                </a:lnTo>
                <a:lnTo>
                  <a:pt x="2641073" y="910833"/>
                </a:lnTo>
                <a:lnTo>
                  <a:pt x="2642894" y="948236"/>
                </a:lnTo>
                <a:lnTo>
                  <a:pt x="2643622" y="989343"/>
                </a:lnTo>
                <a:lnTo>
                  <a:pt x="2643804" y="1034523"/>
                </a:lnTo>
                <a:lnTo>
                  <a:pt x="2643258" y="1083777"/>
                </a:lnTo>
                <a:lnTo>
                  <a:pt x="2642165" y="1137291"/>
                </a:lnTo>
                <a:lnTo>
                  <a:pt x="2641073" y="1195988"/>
                </a:lnTo>
                <a:lnTo>
                  <a:pt x="2639798" y="1259870"/>
                </a:lnTo>
                <a:lnTo>
                  <a:pt x="2638705" y="1329122"/>
                </a:lnTo>
                <a:lnTo>
                  <a:pt x="2637795" y="1404485"/>
                </a:lnTo>
                <a:lnTo>
                  <a:pt x="2637431" y="1485773"/>
                </a:lnTo>
                <a:lnTo>
                  <a:pt x="2637795" y="1567061"/>
                </a:lnTo>
                <a:lnTo>
                  <a:pt x="2638705" y="1642424"/>
                </a:lnTo>
                <a:lnTo>
                  <a:pt x="2639798" y="1711676"/>
                </a:lnTo>
                <a:lnTo>
                  <a:pt x="2641073" y="1775558"/>
                </a:lnTo>
                <a:lnTo>
                  <a:pt x="2642165" y="1834256"/>
                </a:lnTo>
                <a:lnTo>
                  <a:pt x="2643258" y="1887769"/>
                </a:lnTo>
                <a:lnTo>
                  <a:pt x="2643804" y="1937023"/>
                </a:lnTo>
                <a:lnTo>
                  <a:pt x="2643622" y="1982204"/>
                </a:lnTo>
                <a:lnTo>
                  <a:pt x="2642894" y="2023311"/>
                </a:lnTo>
                <a:lnTo>
                  <a:pt x="2641073" y="2060714"/>
                </a:lnTo>
                <a:lnTo>
                  <a:pt x="2638159" y="2094970"/>
                </a:lnTo>
                <a:lnTo>
                  <a:pt x="2633790" y="2126263"/>
                </a:lnTo>
                <a:lnTo>
                  <a:pt x="2627963" y="2154963"/>
                </a:lnTo>
                <a:lnTo>
                  <a:pt x="2620316" y="2181442"/>
                </a:lnTo>
                <a:lnTo>
                  <a:pt x="2610847" y="2205884"/>
                </a:lnTo>
                <a:lnTo>
                  <a:pt x="2599376" y="2228660"/>
                </a:lnTo>
                <a:lnTo>
                  <a:pt x="2585538" y="2250139"/>
                </a:lnTo>
                <a:lnTo>
                  <a:pt x="2569151" y="2270692"/>
                </a:lnTo>
                <a:lnTo>
                  <a:pt x="2550397" y="2290505"/>
                </a:lnTo>
                <a:lnTo>
                  <a:pt x="2528547" y="2309763"/>
                </a:lnTo>
                <a:lnTo>
                  <a:pt x="2503784" y="2329390"/>
                </a:lnTo>
                <a:lnTo>
                  <a:pt x="2475926" y="2349018"/>
                </a:lnTo>
                <a:lnTo>
                  <a:pt x="2444427" y="2369386"/>
                </a:lnTo>
                <a:lnTo>
                  <a:pt x="2409649" y="2390680"/>
                </a:lnTo>
                <a:lnTo>
                  <a:pt x="2370866" y="2413085"/>
                </a:lnTo>
                <a:lnTo>
                  <a:pt x="2328259" y="2437156"/>
                </a:lnTo>
                <a:lnTo>
                  <a:pt x="2281464" y="2463265"/>
                </a:lnTo>
                <a:lnTo>
                  <a:pt x="2230664" y="2491596"/>
                </a:lnTo>
                <a:lnTo>
                  <a:pt x="2174947" y="2522518"/>
                </a:lnTo>
                <a:lnTo>
                  <a:pt x="2114862" y="2556034"/>
                </a:lnTo>
                <a:lnTo>
                  <a:pt x="2049676" y="2592881"/>
                </a:lnTo>
                <a:lnTo>
                  <a:pt x="1979758" y="2633433"/>
                </a:lnTo>
                <a:lnTo>
                  <a:pt x="1909839" y="2674169"/>
                </a:lnTo>
                <a:lnTo>
                  <a:pt x="1845564" y="2712684"/>
                </a:lnTo>
                <a:lnTo>
                  <a:pt x="1786571" y="2748236"/>
                </a:lnTo>
                <a:lnTo>
                  <a:pt x="1732311" y="2781380"/>
                </a:lnTo>
                <a:lnTo>
                  <a:pt x="1682420" y="2811563"/>
                </a:lnTo>
                <a:lnTo>
                  <a:pt x="1636718" y="2839522"/>
                </a:lnTo>
                <a:lnTo>
                  <a:pt x="1594658" y="2864520"/>
                </a:lnTo>
                <a:lnTo>
                  <a:pt x="1556057" y="2887111"/>
                </a:lnTo>
                <a:lnTo>
                  <a:pt x="1520369" y="2906738"/>
                </a:lnTo>
                <a:lnTo>
                  <a:pt x="1487230" y="2923959"/>
                </a:lnTo>
                <a:lnTo>
                  <a:pt x="1456277" y="2938401"/>
                </a:lnTo>
                <a:lnTo>
                  <a:pt x="1427145" y="2950438"/>
                </a:lnTo>
                <a:lnTo>
                  <a:pt x="1399650" y="2959696"/>
                </a:lnTo>
                <a:lnTo>
                  <a:pt x="1373067" y="2966176"/>
                </a:lnTo>
                <a:lnTo>
                  <a:pt x="1347212" y="2970250"/>
                </a:lnTo>
                <a:lnTo>
                  <a:pt x="1321720" y="2971546"/>
                </a:lnTo>
                <a:lnTo>
                  <a:pt x="1296593" y="2970250"/>
                </a:lnTo>
                <a:lnTo>
                  <a:pt x="1270737" y="2966176"/>
                </a:lnTo>
                <a:lnTo>
                  <a:pt x="1244154" y="2959696"/>
                </a:lnTo>
                <a:lnTo>
                  <a:pt x="1216660" y="2950438"/>
                </a:lnTo>
                <a:lnTo>
                  <a:pt x="1187526" y="2938401"/>
                </a:lnTo>
                <a:lnTo>
                  <a:pt x="1156574" y="2923959"/>
                </a:lnTo>
                <a:lnTo>
                  <a:pt x="1123435" y="2906738"/>
                </a:lnTo>
                <a:lnTo>
                  <a:pt x="1087747" y="2887111"/>
                </a:lnTo>
                <a:lnTo>
                  <a:pt x="1049146" y="2864520"/>
                </a:lnTo>
                <a:lnTo>
                  <a:pt x="1007086" y="2839522"/>
                </a:lnTo>
                <a:lnTo>
                  <a:pt x="961383" y="2811563"/>
                </a:lnTo>
                <a:lnTo>
                  <a:pt x="911494" y="2781380"/>
                </a:lnTo>
                <a:lnTo>
                  <a:pt x="857233" y="2748236"/>
                </a:lnTo>
                <a:lnTo>
                  <a:pt x="798240" y="2712684"/>
                </a:lnTo>
                <a:lnTo>
                  <a:pt x="733965" y="2674169"/>
                </a:lnTo>
                <a:lnTo>
                  <a:pt x="664046" y="2633433"/>
                </a:lnTo>
                <a:lnTo>
                  <a:pt x="594128" y="2592881"/>
                </a:lnTo>
                <a:lnTo>
                  <a:pt x="528943" y="2556034"/>
                </a:lnTo>
                <a:lnTo>
                  <a:pt x="468857" y="2522333"/>
                </a:lnTo>
                <a:lnTo>
                  <a:pt x="413140" y="2491411"/>
                </a:lnTo>
                <a:lnTo>
                  <a:pt x="362340" y="2463265"/>
                </a:lnTo>
                <a:lnTo>
                  <a:pt x="315545" y="2437156"/>
                </a:lnTo>
                <a:lnTo>
                  <a:pt x="272938" y="2413085"/>
                </a:lnTo>
                <a:lnTo>
                  <a:pt x="234337" y="2390680"/>
                </a:lnTo>
                <a:lnTo>
                  <a:pt x="199378" y="2369201"/>
                </a:lnTo>
                <a:lnTo>
                  <a:pt x="167878" y="2349018"/>
                </a:lnTo>
                <a:lnTo>
                  <a:pt x="140202" y="2329390"/>
                </a:lnTo>
                <a:lnTo>
                  <a:pt x="115256" y="2309763"/>
                </a:lnTo>
                <a:lnTo>
                  <a:pt x="93407" y="2290505"/>
                </a:lnTo>
                <a:lnTo>
                  <a:pt x="74652" y="2270692"/>
                </a:lnTo>
                <a:lnTo>
                  <a:pt x="58266" y="2250139"/>
                </a:lnTo>
                <a:lnTo>
                  <a:pt x="44428" y="2228660"/>
                </a:lnTo>
                <a:lnTo>
                  <a:pt x="32956" y="2205884"/>
                </a:lnTo>
                <a:lnTo>
                  <a:pt x="23488" y="2181442"/>
                </a:lnTo>
                <a:lnTo>
                  <a:pt x="15841" y="2154963"/>
                </a:lnTo>
                <a:lnTo>
                  <a:pt x="10196" y="2126263"/>
                </a:lnTo>
                <a:lnTo>
                  <a:pt x="5644" y="2094970"/>
                </a:lnTo>
                <a:lnTo>
                  <a:pt x="2732" y="2060714"/>
                </a:lnTo>
                <a:lnTo>
                  <a:pt x="910" y="2023311"/>
                </a:lnTo>
                <a:lnTo>
                  <a:pt x="182" y="1982204"/>
                </a:lnTo>
                <a:lnTo>
                  <a:pt x="0" y="1937023"/>
                </a:lnTo>
                <a:lnTo>
                  <a:pt x="546" y="1887769"/>
                </a:lnTo>
                <a:lnTo>
                  <a:pt x="1639" y="1834256"/>
                </a:lnTo>
                <a:lnTo>
                  <a:pt x="2732" y="1775558"/>
                </a:lnTo>
                <a:lnTo>
                  <a:pt x="4006" y="1711676"/>
                </a:lnTo>
                <a:lnTo>
                  <a:pt x="5098" y="1642424"/>
                </a:lnTo>
                <a:lnTo>
                  <a:pt x="6008" y="1567061"/>
                </a:lnTo>
                <a:lnTo>
                  <a:pt x="6372" y="1485773"/>
                </a:lnTo>
                <a:lnTo>
                  <a:pt x="6008" y="1404485"/>
                </a:lnTo>
                <a:lnTo>
                  <a:pt x="5098" y="1329122"/>
                </a:lnTo>
                <a:lnTo>
                  <a:pt x="4006" y="1259870"/>
                </a:lnTo>
                <a:lnTo>
                  <a:pt x="2732" y="1195988"/>
                </a:lnTo>
                <a:lnTo>
                  <a:pt x="1639" y="1137291"/>
                </a:lnTo>
                <a:lnTo>
                  <a:pt x="546" y="1083777"/>
                </a:lnTo>
                <a:lnTo>
                  <a:pt x="0" y="1034523"/>
                </a:lnTo>
                <a:lnTo>
                  <a:pt x="182" y="989343"/>
                </a:lnTo>
                <a:lnTo>
                  <a:pt x="910" y="948236"/>
                </a:lnTo>
                <a:lnTo>
                  <a:pt x="2732" y="910833"/>
                </a:lnTo>
                <a:lnTo>
                  <a:pt x="5644" y="876577"/>
                </a:lnTo>
                <a:lnTo>
                  <a:pt x="10014" y="845283"/>
                </a:lnTo>
                <a:lnTo>
                  <a:pt x="15841" y="816582"/>
                </a:lnTo>
                <a:lnTo>
                  <a:pt x="23488" y="790103"/>
                </a:lnTo>
                <a:lnTo>
                  <a:pt x="32956" y="765662"/>
                </a:lnTo>
                <a:lnTo>
                  <a:pt x="44428" y="742886"/>
                </a:lnTo>
                <a:lnTo>
                  <a:pt x="58266" y="721407"/>
                </a:lnTo>
                <a:lnTo>
                  <a:pt x="74652" y="700854"/>
                </a:lnTo>
                <a:lnTo>
                  <a:pt x="93407" y="681041"/>
                </a:lnTo>
                <a:lnTo>
                  <a:pt x="115256" y="661784"/>
                </a:lnTo>
                <a:lnTo>
                  <a:pt x="140020" y="642157"/>
                </a:lnTo>
                <a:lnTo>
                  <a:pt x="167878" y="622529"/>
                </a:lnTo>
                <a:lnTo>
                  <a:pt x="199378" y="602161"/>
                </a:lnTo>
                <a:lnTo>
                  <a:pt x="234155" y="580866"/>
                </a:lnTo>
                <a:lnTo>
                  <a:pt x="272938" y="558461"/>
                </a:lnTo>
                <a:lnTo>
                  <a:pt x="315545" y="534389"/>
                </a:lnTo>
                <a:lnTo>
                  <a:pt x="362340" y="508281"/>
                </a:lnTo>
                <a:lnTo>
                  <a:pt x="413140" y="479951"/>
                </a:lnTo>
                <a:lnTo>
                  <a:pt x="468857" y="449028"/>
                </a:lnTo>
                <a:lnTo>
                  <a:pt x="528943" y="415513"/>
                </a:lnTo>
                <a:lnTo>
                  <a:pt x="594128" y="378665"/>
                </a:lnTo>
                <a:lnTo>
                  <a:pt x="664046" y="338113"/>
                </a:lnTo>
                <a:lnTo>
                  <a:pt x="733965" y="297377"/>
                </a:lnTo>
                <a:lnTo>
                  <a:pt x="798240" y="258862"/>
                </a:lnTo>
                <a:lnTo>
                  <a:pt x="857233" y="223310"/>
                </a:lnTo>
                <a:lnTo>
                  <a:pt x="911494" y="190165"/>
                </a:lnTo>
                <a:lnTo>
                  <a:pt x="961383" y="159983"/>
                </a:lnTo>
                <a:lnTo>
                  <a:pt x="1007086" y="132023"/>
                </a:lnTo>
                <a:lnTo>
                  <a:pt x="1049146" y="107026"/>
                </a:lnTo>
                <a:lnTo>
                  <a:pt x="1087747" y="84436"/>
                </a:lnTo>
                <a:lnTo>
                  <a:pt x="1123435" y="64808"/>
                </a:lnTo>
                <a:lnTo>
                  <a:pt x="1156574" y="47588"/>
                </a:lnTo>
                <a:lnTo>
                  <a:pt x="1187526" y="33145"/>
                </a:lnTo>
                <a:lnTo>
                  <a:pt x="1216660" y="21109"/>
                </a:lnTo>
                <a:lnTo>
                  <a:pt x="1244154" y="11851"/>
                </a:lnTo>
                <a:lnTo>
                  <a:pt x="1270737" y="5369"/>
                </a:lnTo>
                <a:lnTo>
                  <a:pt x="1296593" y="1296"/>
                </a:ln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AB7FA76-DD29-38BC-1B9C-204A70A04E44}"/>
              </a:ext>
            </a:extLst>
          </p:cNvPr>
          <p:cNvSpPr/>
          <p:nvPr userDrawn="1"/>
        </p:nvSpPr>
        <p:spPr>
          <a:xfrm flipV="1">
            <a:off x="9144218" y="3562100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33796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A8D8D06B-3458-D12C-BC7F-7FDA8694A5ED}"/>
              </a:ext>
            </a:extLst>
          </p:cNvPr>
          <p:cNvSpPr/>
          <p:nvPr userDrawn="1"/>
        </p:nvSpPr>
        <p:spPr>
          <a:xfrm rot="10800000">
            <a:off x="-2295" y="3562100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01E9593-49AF-5D02-ACE8-5E99ADF41AAE}"/>
              </a:ext>
            </a:extLst>
          </p:cNvPr>
          <p:cNvSpPr/>
          <p:nvPr userDrawn="1"/>
        </p:nvSpPr>
        <p:spPr>
          <a:xfrm>
            <a:off x="1589649" y="2238504"/>
            <a:ext cx="2643804" cy="2971546"/>
          </a:xfrm>
          <a:custGeom>
            <a:avLst/>
            <a:gdLst>
              <a:gd name="connsiteX0" fmla="*/ 1321720 w 2643804"/>
              <a:gd name="connsiteY0" fmla="*/ 0 h 2971546"/>
              <a:gd name="connsiteX1" fmla="*/ 1347212 w 2643804"/>
              <a:gd name="connsiteY1" fmla="*/ 1296 h 2971546"/>
              <a:gd name="connsiteX2" fmla="*/ 1373067 w 2643804"/>
              <a:gd name="connsiteY2" fmla="*/ 5369 h 2971546"/>
              <a:gd name="connsiteX3" fmla="*/ 1399650 w 2643804"/>
              <a:gd name="connsiteY3" fmla="*/ 11851 h 2971546"/>
              <a:gd name="connsiteX4" fmla="*/ 1427145 w 2643804"/>
              <a:gd name="connsiteY4" fmla="*/ 21109 h 2971546"/>
              <a:gd name="connsiteX5" fmla="*/ 1456277 w 2643804"/>
              <a:gd name="connsiteY5" fmla="*/ 33145 h 2971546"/>
              <a:gd name="connsiteX6" fmla="*/ 1487230 w 2643804"/>
              <a:gd name="connsiteY6" fmla="*/ 47588 h 2971546"/>
              <a:gd name="connsiteX7" fmla="*/ 1520369 w 2643804"/>
              <a:gd name="connsiteY7" fmla="*/ 64808 h 2971546"/>
              <a:gd name="connsiteX8" fmla="*/ 1556057 w 2643804"/>
              <a:gd name="connsiteY8" fmla="*/ 84436 h 2971546"/>
              <a:gd name="connsiteX9" fmla="*/ 1594658 w 2643804"/>
              <a:gd name="connsiteY9" fmla="*/ 107026 h 2971546"/>
              <a:gd name="connsiteX10" fmla="*/ 1636718 w 2643804"/>
              <a:gd name="connsiteY10" fmla="*/ 132023 h 2971546"/>
              <a:gd name="connsiteX11" fmla="*/ 1682420 w 2643804"/>
              <a:gd name="connsiteY11" fmla="*/ 159983 h 2971546"/>
              <a:gd name="connsiteX12" fmla="*/ 1732311 w 2643804"/>
              <a:gd name="connsiteY12" fmla="*/ 190165 h 2971546"/>
              <a:gd name="connsiteX13" fmla="*/ 1786571 w 2643804"/>
              <a:gd name="connsiteY13" fmla="*/ 223310 h 2971546"/>
              <a:gd name="connsiteX14" fmla="*/ 1845564 w 2643804"/>
              <a:gd name="connsiteY14" fmla="*/ 258862 h 2971546"/>
              <a:gd name="connsiteX15" fmla="*/ 1909839 w 2643804"/>
              <a:gd name="connsiteY15" fmla="*/ 297377 h 2971546"/>
              <a:gd name="connsiteX16" fmla="*/ 1979758 w 2643804"/>
              <a:gd name="connsiteY16" fmla="*/ 338113 h 2971546"/>
              <a:gd name="connsiteX17" fmla="*/ 2049676 w 2643804"/>
              <a:gd name="connsiteY17" fmla="*/ 378665 h 2971546"/>
              <a:gd name="connsiteX18" fmla="*/ 2114862 w 2643804"/>
              <a:gd name="connsiteY18" fmla="*/ 415513 h 2971546"/>
              <a:gd name="connsiteX19" fmla="*/ 2174947 w 2643804"/>
              <a:gd name="connsiteY19" fmla="*/ 449213 h 2971546"/>
              <a:gd name="connsiteX20" fmla="*/ 2230664 w 2643804"/>
              <a:gd name="connsiteY20" fmla="*/ 480136 h 2971546"/>
              <a:gd name="connsiteX21" fmla="*/ 2281464 w 2643804"/>
              <a:gd name="connsiteY21" fmla="*/ 508281 h 2971546"/>
              <a:gd name="connsiteX22" fmla="*/ 2328259 w 2643804"/>
              <a:gd name="connsiteY22" fmla="*/ 534389 h 2971546"/>
              <a:gd name="connsiteX23" fmla="*/ 2370866 w 2643804"/>
              <a:gd name="connsiteY23" fmla="*/ 558461 h 2971546"/>
              <a:gd name="connsiteX24" fmla="*/ 2409467 w 2643804"/>
              <a:gd name="connsiteY24" fmla="*/ 580866 h 2971546"/>
              <a:gd name="connsiteX25" fmla="*/ 2444427 w 2643804"/>
              <a:gd name="connsiteY25" fmla="*/ 602345 h 2971546"/>
              <a:gd name="connsiteX26" fmla="*/ 2475926 w 2643804"/>
              <a:gd name="connsiteY26" fmla="*/ 622529 h 2971546"/>
              <a:gd name="connsiteX27" fmla="*/ 2503602 w 2643804"/>
              <a:gd name="connsiteY27" fmla="*/ 642157 h 2971546"/>
              <a:gd name="connsiteX28" fmla="*/ 2528547 w 2643804"/>
              <a:gd name="connsiteY28" fmla="*/ 661784 h 2971546"/>
              <a:gd name="connsiteX29" fmla="*/ 2550397 w 2643804"/>
              <a:gd name="connsiteY29" fmla="*/ 681041 h 2971546"/>
              <a:gd name="connsiteX30" fmla="*/ 2569151 w 2643804"/>
              <a:gd name="connsiteY30" fmla="*/ 700854 h 2971546"/>
              <a:gd name="connsiteX31" fmla="*/ 2585538 w 2643804"/>
              <a:gd name="connsiteY31" fmla="*/ 721407 h 2971546"/>
              <a:gd name="connsiteX32" fmla="*/ 2599376 w 2643804"/>
              <a:gd name="connsiteY32" fmla="*/ 742886 h 2971546"/>
              <a:gd name="connsiteX33" fmla="*/ 2610847 w 2643804"/>
              <a:gd name="connsiteY33" fmla="*/ 765662 h 2971546"/>
              <a:gd name="connsiteX34" fmla="*/ 2620316 w 2643804"/>
              <a:gd name="connsiteY34" fmla="*/ 790103 h 2971546"/>
              <a:gd name="connsiteX35" fmla="*/ 2627963 w 2643804"/>
              <a:gd name="connsiteY35" fmla="*/ 816582 h 2971546"/>
              <a:gd name="connsiteX36" fmla="*/ 2633608 w 2643804"/>
              <a:gd name="connsiteY36" fmla="*/ 845283 h 2971546"/>
              <a:gd name="connsiteX37" fmla="*/ 2638159 w 2643804"/>
              <a:gd name="connsiteY37" fmla="*/ 876577 h 2971546"/>
              <a:gd name="connsiteX38" fmla="*/ 2641073 w 2643804"/>
              <a:gd name="connsiteY38" fmla="*/ 910833 h 2971546"/>
              <a:gd name="connsiteX39" fmla="*/ 2642894 w 2643804"/>
              <a:gd name="connsiteY39" fmla="*/ 948236 h 2971546"/>
              <a:gd name="connsiteX40" fmla="*/ 2643622 w 2643804"/>
              <a:gd name="connsiteY40" fmla="*/ 989343 h 2971546"/>
              <a:gd name="connsiteX41" fmla="*/ 2643804 w 2643804"/>
              <a:gd name="connsiteY41" fmla="*/ 1034523 h 2971546"/>
              <a:gd name="connsiteX42" fmla="*/ 2643258 w 2643804"/>
              <a:gd name="connsiteY42" fmla="*/ 1083777 h 2971546"/>
              <a:gd name="connsiteX43" fmla="*/ 2642165 w 2643804"/>
              <a:gd name="connsiteY43" fmla="*/ 1137291 h 2971546"/>
              <a:gd name="connsiteX44" fmla="*/ 2641073 w 2643804"/>
              <a:gd name="connsiteY44" fmla="*/ 1195988 h 2971546"/>
              <a:gd name="connsiteX45" fmla="*/ 2639798 w 2643804"/>
              <a:gd name="connsiteY45" fmla="*/ 1259870 h 2971546"/>
              <a:gd name="connsiteX46" fmla="*/ 2638705 w 2643804"/>
              <a:gd name="connsiteY46" fmla="*/ 1329122 h 2971546"/>
              <a:gd name="connsiteX47" fmla="*/ 2637795 w 2643804"/>
              <a:gd name="connsiteY47" fmla="*/ 1404485 h 2971546"/>
              <a:gd name="connsiteX48" fmla="*/ 2637431 w 2643804"/>
              <a:gd name="connsiteY48" fmla="*/ 1485773 h 2971546"/>
              <a:gd name="connsiteX49" fmla="*/ 2637795 w 2643804"/>
              <a:gd name="connsiteY49" fmla="*/ 1567061 h 2971546"/>
              <a:gd name="connsiteX50" fmla="*/ 2638705 w 2643804"/>
              <a:gd name="connsiteY50" fmla="*/ 1642424 h 2971546"/>
              <a:gd name="connsiteX51" fmla="*/ 2639798 w 2643804"/>
              <a:gd name="connsiteY51" fmla="*/ 1711676 h 2971546"/>
              <a:gd name="connsiteX52" fmla="*/ 2641073 w 2643804"/>
              <a:gd name="connsiteY52" fmla="*/ 1775558 h 2971546"/>
              <a:gd name="connsiteX53" fmla="*/ 2642165 w 2643804"/>
              <a:gd name="connsiteY53" fmla="*/ 1834256 h 2971546"/>
              <a:gd name="connsiteX54" fmla="*/ 2643258 w 2643804"/>
              <a:gd name="connsiteY54" fmla="*/ 1887769 h 2971546"/>
              <a:gd name="connsiteX55" fmla="*/ 2643804 w 2643804"/>
              <a:gd name="connsiteY55" fmla="*/ 1937023 h 2971546"/>
              <a:gd name="connsiteX56" fmla="*/ 2643622 w 2643804"/>
              <a:gd name="connsiteY56" fmla="*/ 1982204 h 2971546"/>
              <a:gd name="connsiteX57" fmla="*/ 2642894 w 2643804"/>
              <a:gd name="connsiteY57" fmla="*/ 2023311 h 2971546"/>
              <a:gd name="connsiteX58" fmla="*/ 2641073 w 2643804"/>
              <a:gd name="connsiteY58" fmla="*/ 2060714 h 2971546"/>
              <a:gd name="connsiteX59" fmla="*/ 2638159 w 2643804"/>
              <a:gd name="connsiteY59" fmla="*/ 2094970 h 2971546"/>
              <a:gd name="connsiteX60" fmla="*/ 2633790 w 2643804"/>
              <a:gd name="connsiteY60" fmla="*/ 2126263 h 2971546"/>
              <a:gd name="connsiteX61" fmla="*/ 2627963 w 2643804"/>
              <a:gd name="connsiteY61" fmla="*/ 2154963 h 2971546"/>
              <a:gd name="connsiteX62" fmla="*/ 2620316 w 2643804"/>
              <a:gd name="connsiteY62" fmla="*/ 2181442 h 2971546"/>
              <a:gd name="connsiteX63" fmla="*/ 2610847 w 2643804"/>
              <a:gd name="connsiteY63" fmla="*/ 2205884 h 2971546"/>
              <a:gd name="connsiteX64" fmla="*/ 2599376 w 2643804"/>
              <a:gd name="connsiteY64" fmla="*/ 2228660 h 2971546"/>
              <a:gd name="connsiteX65" fmla="*/ 2585538 w 2643804"/>
              <a:gd name="connsiteY65" fmla="*/ 2250139 h 2971546"/>
              <a:gd name="connsiteX66" fmla="*/ 2569151 w 2643804"/>
              <a:gd name="connsiteY66" fmla="*/ 2270692 h 2971546"/>
              <a:gd name="connsiteX67" fmla="*/ 2550397 w 2643804"/>
              <a:gd name="connsiteY67" fmla="*/ 2290505 h 2971546"/>
              <a:gd name="connsiteX68" fmla="*/ 2528547 w 2643804"/>
              <a:gd name="connsiteY68" fmla="*/ 2309763 h 2971546"/>
              <a:gd name="connsiteX69" fmla="*/ 2503784 w 2643804"/>
              <a:gd name="connsiteY69" fmla="*/ 2329390 h 2971546"/>
              <a:gd name="connsiteX70" fmla="*/ 2475926 w 2643804"/>
              <a:gd name="connsiteY70" fmla="*/ 2349018 h 2971546"/>
              <a:gd name="connsiteX71" fmla="*/ 2444427 w 2643804"/>
              <a:gd name="connsiteY71" fmla="*/ 2369386 h 2971546"/>
              <a:gd name="connsiteX72" fmla="*/ 2409649 w 2643804"/>
              <a:gd name="connsiteY72" fmla="*/ 2390680 h 2971546"/>
              <a:gd name="connsiteX73" fmla="*/ 2370866 w 2643804"/>
              <a:gd name="connsiteY73" fmla="*/ 2413085 h 2971546"/>
              <a:gd name="connsiteX74" fmla="*/ 2328259 w 2643804"/>
              <a:gd name="connsiteY74" fmla="*/ 2437156 h 2971546"/>
              <a:gd name="connsiteX75" fmla="*/ 2281464 w 2643804"/>
              <a:gd name="connsiteY75" fmla="*/ 2463265 h 2971546"/>
              <a:gd name="connsiteX76" fmla="*/ 2230664 w 2643804"/>
              <a:gd name="connsiteY76" fmla="*/ 2491596 h 2971546"/>
              <a:gd name="connsiteX77" fmla="*/ 2174947 w 2643804"/>
              <a:gd name="connsiteY77" fmla="*/ 2522518 h 2971546"/>
              <a:gd name="connsiteX78" fmla="*/ 2114862 w 2643804"/>
              <a:gd name="connsiteY78" fmla="*/ 2556034 h 2971546"/>
              <a:gd name="connsiteX79" fmla="*/ 2049676 w 2643804"/>
              <a:gd name="connsiteY79" fmla="*/ 2592881 h 2971546"/>
              <a:gd name="connsiteX80" fmla="*/ 1979758 w 2643804"/>
              <a:gd name="connsiteY80" fmla="*/ 2633433 h 2971546"/>
              <a:gd name="connsiteX81" fmla="*/ 1909839 w 2643804"/>
              <a:gd name="connsiteY81" fmla="*/ 2674169 h 2971546"/>
              <a:gd name="connsiteX82" fmla="*/ 1845564 w 2643804"/>
              <a:gd name="connsiteY82" fmla="*/ 2712684 h 2971546"/>
              <a:gd name="connsiteX83" fmla="*/ 1786571 w 2643804"/>
              <a:gd name="connsiteY83" fmla="*/ 2748236 h 2971546"/>
              <a:gd name="connsiteX84" fmla="*/ 1732311 w 2643804"/>
              <a:gd name="connsiteY84" fmla="*/ 2781380 h 2971546"/>
              <a:gd name="connsiteX85" fmla="*/ 1682420 w 2643804"/>
              <a:gd name="connsiteY85" fmla="*/ 2811563 h 2971546"/>
              <a:gd name="connsiteX86" fmla="*/ 1636718 w 2643804"/>
              <a:gd name="connsiteY86" fmla="*/ 2839522 h 2971546"/>
              <a:gd name="connsiteX87" fmla="*/ 1594658 w 2643804"/>
              <a:gd name="connsiteY87" fmla="*/ 2864520 h 2971546"/>
              <a:gd name="connsiteX88" fmla="*/ 1556057 w 2643804"/>
              <a:gd name="connsiteY88" fmla="*/ 2887111 h 2971546"/>
              <a:gd name="connsiteX89" fmla="*/ 1520369 w 2643804"/>
              <a:gd name="connsiteY89" fmla="*/ 2906738 h 2971546"/>
              <a:gd name="connsiteX90" fmla="*/ 1487230 w 2643804"/>
              <a:gd name="connsiteY90" fmla="*/ 2923959 h 2971546"/>
              <a:gd name="connsiteX91" fmla="*/ 1456277 w 2643804"/>
              <a:gd name="connsiteY91" fmla="*/ 2938401 h 2971546"/>
              <a:gd name="connsiteX92" fmla="*/ 1427145 w 2643804"/>
              <a:gd name="connsiteY92" fmla="*/ 2950438 h 2971546"/>
              <a:gd name="connsiteX93" fmla="*/ 1399650 w 2643804"/>
              <a:gd name="connsiteY93" fmla="*/ 2959696 h 2971546"/>
              <a:gd name="connsiteX94" fmla="*/ 1373067 w 2643804"/>
              <a:gd name="connsiteY94" fmla="*/ 2966176 h 2971546"/>
              <a:gd name="connsiteX95" fmla="*/ 1347212 w 2643804"/>
              <a:gd name="connsiteY95" fmla="*/ 2970250 h 2971546"/>
              <a:gd name="connsiteX96" fmla="*/ 1321720 w 2643804"/>
              <a:gd name="connsiteY96" fmla="*/ 2971546 h 2971546"/>
              <a:gd name="connsiteX97" fmla="*/ 1296593 w 2643804"/>
              <a:gd name="connsiteY97" fmla="*/ 2970250 h 2971546"/>
              <a:gd name="connsiteX98" fmla="*/ 1270737 w 2643804"/>
              <a:gd name="connsiteY98" fmla="*/ 2966176 h 2971546"/>
              <a:gd name="connsiteX99" fmla="*/ 1244154 w 2643804"/>
              <a:gd name="connsiteY99" fmla="*/ 2959696 h 2971546"/>
              <a:gd name="connsiteX100" fmla="*/ 1216660 w 2643804"/>
              <a:gd name="connsiteY100" fmla="*/ 2950438 h 2971546"/>
              <a:gd name="connsiteX101" fmla="*/ 1187526 w 2643804"/>
              <a:gd name="connsiteY101" fmla="*/ 2938401 h 2971546"/>
              <a:gd name="connsiteX102" fmla="*/ 1156574 w 2643804"/>
              <a:gd name="connsiteY102" fmla="*/ 2923959 h 2971546"/>
              <a:gd name="connsiteX103" fmla="*/ 1123435 w 2643804"/>
              <a:gd name="connsiteY103" fmla="*/ 2906738 h 2971546"/>
              <a:gd name="connsiteX104" fmla="*/ 1087747 w 2643804"/>
              <a:gd name="connsiteY104" fmla="*/ 2887111 h 2971546"/>
              <a:gd name="connsiteX105" fmla="*/ 1049146 w 2643804"/>
              <a:gd name="connsiteY105" fmla="*/ 2864520 h 2971546"/>
              <a:gd name="connsiteX106" fmla="*/ 1007086 w 2643804"/>
              <a:gd name="connsiteY106" fmla="*/ 2839522 h 2971546"/>
              <a:gd name="connsiteX107" fmla="*/ 961383 w 2643804"/>
              <a:gd name="connsiteY107" fmla="*/ 2811563 h 2971546"/>
              <a:gd name="connsiteX108" fmla="*/ 911494 w 2643804"/>
              <a:gd name="connsiteY108" fmla="*/ 2781380 h 2971546"/>
              <a:gd name="connsiteX109" fmla="*/ 857233 w 2643804"/>
              <a:gd name="connsiteY109" fmla="*/ 2748236 h 2971546"/>
              <a:gd name="connsiteX110" fmla="*/ 798240 w 2643804"/>
              <a:gd name="connsiteY110" fmla="*/ 2712684 h 2971546"/>
              <a:gd name="connsiteX111" fmla="*/ 733965 w 2643804"/>
              <a:gd name="connsiteY111" fmla="*/ 2674169 h 2971546"/>
              <a:gd name="connsiteX112" fmla="*/ 664046 w 2643804"/>
              <a:gd name="connsiteY112" fmla="*/ 2633433 h 2971546"/>
              <a:gd name="connsiteX113" fmla="*/ 594128 w 2643804"/>
              <a:gd name="connsiteY113" fmla="*/ 2592881 h 2971546"/>
              <a:gd name="connsiteX114" fmla="*/ 528943 w 2643804"/>
              <a:gd name="connsiteY114" fmla="*/ 2556034 h 2971546"/>
              <a:gd name="connsiteX115" fmla="*/ 468857 w 2643804"/>
              <a:gd name="connsiteY115" fmla="*/ 2522333 h 2971546"/>
              <a:gd name="connsiteX116" fmla="*/ 413140 w 2643804"/>
              <a:gd name="connsiteY116" fmla="*/ 2491411 h 2971546"/>
              <a:gd name="connsiteX117" fmla="*/ 362340 w 2643804"/>
              <a:gd name="connsiteY117" fmla="*/ 2463265 h 2971546"/>
              <a:gd name="connsiteX118" fmla="*/ 315545 w 2643804"/>
              <a:gd name="connsiteY118" fmla="*/ 2437156 h 2971546"/>
              <a:gd name="connsiteX119" fmla="*/ 272938 w 2643804"/>
              <a:gd name="connsiteY119" fmla="*/ 2413085 h 2971546"/>
              <a:gd name="connsiteX120" fmla="*/ 234337 w 2643804"/>
              <a:gd name="connsiteY120" fmla="*/ 2390680 h 2971546"/>
              <a:gd name="connsiteX121" fmla="*/ 199378 w 2643804"/>
              <a:gd name="connsiteY121" fmla="*/ 2369201 h 2971546"/>
              <a:gd name="connsiteX122" fmla="*/ 167878 w 2643804"/>
              <a:gd name="connsiteY122" fmla="*/ 2349018 h 2971546"/>
              <a:gd name="connsiteX123" fmla="*/ 140202 w 2643804"/>
              <a:gd name="connsiteY123" fmla="*/ 2329390 h 2971546"/>
              <a:gd name="connsiteX124" fmla="*/ 115256 w 2643804"/>
              <a:gd name="connsiteY124" fmla="*/ 2309763 h 2971546"/>
              <a:gd name="connsiteX125" fmla="*/ 93407 w 2643804"/>
              <a:gd name="connsiteY125" fmla="*/ 2290505 h 2971546"/>
              <a:gd name="connsiteX126" fmla="*/ 74652 w 2643804"/>
              <a:gd name="connsiteY126" fmla="*/ 2270692 h 2971546"/>
              <a:gd name="connsiteX127" fmla="*/ 58266 w 2643804"/>
              <a:gd name="connsiteY127" fmla="*/ 2250139 h 2971546"/>
              <a:gd name="connsiteX128" fmla="*/ 44428 w 2643804"/>
              <a:gd name="connsiteY128" fmla="*/ 2228660 h 2971546"/>
              <a:gd name="connsiteX129" fmla="*/ 32956 w 2643804"/>
              <a:gd name="connsiteY129" fmla="*/ 2205884 h 2971546"/>
              <a:gd name="connsiteX130" fmla="*/ 23488 w 2643804"/>
              <a:gd name="connsiteY130" fmla="*/ 2181442 h 2971546"/>
              <a:gd name="connsiteX131" fmla="*/ 15841 w 2643804"/>
              <a:gd name="connsiteY131" fmla="*/ 2154963 h 2971546"/>
              <a:gd name="connsiteX132" fmla="*/ 10196 w 2643804"/>
              <a:gd name="connsiteY132" fmla="*/ 2126263 h 2971546"/>
              <a:gd name="connsiteX133" fmla="*/ 5644 w 2643804"/>
              <a:gd name="connsiteY133" fmla="*/ 2094970 h 2971546"/>
              <a:gd name="connsiteX134" fmla="*/ 2732 w 2643804"/>
              <a:gd name="connsiteY134" fmla="*/ 2060714 h 2971546"/>
              <a:gd name="connsiteX135" fmla="*/ 910 w 2643804"/>
              <a:gd name="connsiteY135" fmla="*/ 2023311 h 2971546"/>
              <a:gd name="connsiteX136" fmla="*/ 182 w 2643804"/>
              <a:gd name="connsiteY136" fmla="*/ 1982204 h 2971546"/>
              <a:gd name="connsiteX137" fmla="*/ 0 w 2643804"/>
              <a:gd name="connsiteY137" fmla="*/ 1937023 h 2971546"/>
              <a:gd name="connsiteX138" fmla="*/ 546 w 2643804"/>
              <a:gd name="connsiteY138" fmla="*/ 1887769 h 2971546"/>
              <a:gd name="connsiteX139" fmla="*/ 1639 w 2643804"/>
              <a:gd name="connsiteY139" fmla="*/ 1834256 h 2971546"/>
              <a:gd name="connsiteX140" fmla="*/ 2732 w 2643804"/>
              <a:gd name="connsiteY140" fmla="*/ 1775558 h 2971546"/>
              <a:gd name="connsiteX141" fmla="*/ 4006 w 2643804"/>
              <a:gd name="connsiteY141" fmla="*/ 1711676 h 2971546"/>
              <a:gd name="connsiteX142" fmla="*/ 5098 w 2643804"/>
              <a:gd name="connsiteY142" fmla="*/ 1642424 h 2971546"/>
              <a:gd name="connsiteX143" fmla="*/ 6008 w 2643804"/>
              <a:gd name="connsiteY143" fmla="*/ 1567061 h 2971546"/>
              <a:gd name="connsiteX144" fmla="*/ 6372 w 2643804"/>
              <a:gd name="connsiteY144" fmla="*/ 1485773 h 2971546"/>
              <a:gd name="connsiteX145" fmla="*/ 6008 w 2643804"/>
              <a:gd name="connsiteY145" fmla="*/ 1404485 h 2971546"/>
              <a:gd name="connsiteX146" fmla="*/ 5098 w 2643804"/>
              <a:gd name="connsiteY146" fmla="*/ 1329122 h 2971546"/>
              <a:gd name="connsiteX147" fmla="*/ 4006 w 2643804"/>
              <a:gd name="connsiteY147" fmla="*/ 1259870 h 2971546"/>
              <a:gd name="connsiteX148" fmla="*/ 2732 w 2643804"/>
              <a:gd name="connsiteY148" fmla="*/ 1195988 h 2971546"/>
              <a:gd name="connsiteX149" fmla="*/ 1639 w 2643804"/>
              <a:gd name="connsiteY149" fmla="*/ 1137291 h 2971546"/>
              <a:gd name="connsiteX150" fmla="*/ 546 w 2643804"/>
              <a:gd name="connsiteY150" fmla="*/ 1083777 h 2971546"/>
              <a:gd name="connsiteX151" fmla="*/ 0 w 2643804"/>
              <a:gd name="connsiteY151" fmla="*/ 1034523 h 2971546"/>
              <a:gd name="connsiteX152" fmla="*/ 182 w 2643804"/>
              <a:gd name="connsiteY152" fmla="*/ 989343 h 2971546"/>
              <a:gd name="connsiteX153" fmla="*/ 910 w 2643804"/>
              <a:gd name="connsiteY153" fmla="*/ 948236 h 2971546"/>
              <a:gd name="connsiteX154" fmla="*/ 2732 w 2643804"/>
              <a:gd name="connsiteY154" fmla="*/ 910833 h 2971546"/>
              <a:gd name="connsiteX155" fmla="*/ 5644 w 2643804"/>
              <a:gd name="connsiteY155" fmla="*/ 876577 h 2971546"/>
              <a:gd name="connsiteX156" fmla="*/ 10014 w 2643804"/>
              <a:gd name="connsiteY156" fmla="*/ 845283 h 2971546"/>
              <a:gd name="connsiteX157" fmla="*/ 15841 w 2643804"/>
              <a:gd name="connsiteY157" fmla="*/ 816582 h 2971546"/>
              <a:gd name="connsiteX158" fmla="*/ 23488 w 2643804"/>
              <a:gd name="connsiteY158" fmla="*/ 790103 h 2971546"/>
              <a:gd name="connsiteX159" fmla="*/ 32956 w 2643804"/>
              <a:gd name="connsiteY159" fmla="*/ 765662 h 2971546"/>
              <a:gd name="connsiteX160" fmla="*/ 44428 w 2643804"/>
              <a:gd name="connsiteY160" fmla="*/ 742886 h 2971546"/>
              <a:gd name="connsiteX161" fmla="*/ 58266 w 2643804"/>
              <a:gd name="connsiteY161" fmla="*/ 721407 h 2971546"/>
              <a:gd name="connsiteX162" fmla="*/ 74652 w 2643804"/>
              <a:gd name="connsiteY162" fmla="*/ 700854 h 2971546"/>
              <a:gd name="connsiteX163" fmla="*/ 93407 w 2643804"/>
              <a:gd name="connsiteY163" fmla="*/ 681041 h 2971546"/>
              <a:gd name="connsiteX164" fmla="*/ 115256 w 2643804"/>
              <a:gd name="connsiteY164" fmla="*/ 661784 h 2971546"/>
              <a:gd name="connsiteX165" fmla="*/ 140020 w 2643804"/>
              <a:gd name="connsiteY165" fmla="*/ 642157 h 2971546"/>
              <a:gd name="connsiteX166" fmla="*/ 167878 w 2643804"/>
              <a:gd name="connsiteY166" fmla="*/ 622529 h 2971546"/>
              <a:gd name="connsiteX167" fmla="*/ 199378 w 2643804"/>
              <a:gd name="connsiteY167" fmla="*/ 602161 h 2971546"/>
              <a:gd name="connsiteX168" fmla="*/ 234155 w 2643804"/>
              <a:gd name="connsiteY168" fmla="*/ 580866 h 2971546"/>
              <a:gd name="connsiteX169" fmla="*/ 272938 w 2643804"/>
              <a:gd name="connsiteY169" fmla="*/ 558461 h 2971546"/>
              <a:gd name="connsiteX170" fmla="*/ 315545 w 2643804"/>
              <a:gd name="connsiteY170" fmla="*/ 534389 h 2971546"/>
              <a:gd name="connsiteX171" fmla="*/ 362340 w 2643804"/>
              <a:gd name="connsiteY171" fmla="*/ 508281 h 2971546"/>
              <a:gd name="connsiteX172" fmla="*/ 413140 w 2643804"/>
              <a:gd name="connsiteY172" fmla="*/ 479951 h 2971546"/>
              <a:gd name="connsiteX173" fmla="*/ 468857 w 2643804"/>
              <a:gd name="connsiteY173" fmla="*/ 449028 h 2971546"/>
              <a:gd name="connsiteX174" fmla="*/ 528943 w 2643804"/>
              <a:gd name="connsiteY174" fmla="*/ 415513 h 2971546"/>
              <a:gd name="connsiteX175" fmla="*/ 594128 w 2643804"/>
              <a:gd name="connsiteY175" fmla="*/ 378665 h 2971546"/>
              <a:gd name="connsiteX176" fmla="*/ 664046 w 2643804"/>
              <a:gd name="connsiteY176" fmla="*/ 338113 h 2971546"/>
              <a:gd name="connsiteX177" fmla="*/ 733965 w 2643804"/>
              <a:gd name="connsiteY177" fmla="*/ 297377 h 2971546"/>
              <a:gd name="connsiteX178" fmla="*/ 798240 w 2643804"/>
              <a:gd name="connsiteY178" fmla="*/ 258862 h 2971546"/>
              <a:gd name="connsiteX179" fmla="*/ 857233 w 2643804"/>
              <a:gd name="connsiteY179" fmla="*/ 223310 h 2971546"/>
              <a:gd name="connsiteX180" fmla="*/ 911494 w 2643804"/>
              <a:gd name="connsiteY180" fmla="*/ 190165 h 2971546"/>
              <a:gd name="connsiteX181" fmla="*/ 961383 w 2643804"/>
              <a:gd name="connsiteY181" fmla="*/ 159983 h 2971546"/>
              <a:gd name="connsiteX182" fmla="*/ 1007086 w 2643804"/>
              <a:gd name="connsiteY182" fmla="*/ 132023 h 2971546"/>
              <a:gd name="connsiteX183" fmla="*/ 1049146 w 2643804"/>
              <a:gd name="connsiteY183" fmla="*/ 107026 h 2971546"/>
              <a:gd name="connsiteX184" fmla="*/ 1087747 w 2643804"/>
              <a:gd name="connsiteY184" fmla="*/ 84436 h 2971546"/>
              <a:gd name="connsiteX185" fmla="*/ 1123435 w 2643804"/>
              <a:gd name="connsiteY185" fmla="*/ 64808 h 2971546"/>
              <a:gd name="connsiteX186" fmla="*/ 1156574 w 2643804"/>
              <a:gd name="connsiteY186" fmla="*/ 47588 h 2971546"/>
              <a:gd name="connsiteX187" fmla="*/ 1187526 w 2643804"/>
              <a:gd name="connsiteY187" fmla="*/ 33145 h 2971546"/>
              <a:gd name="connsiteX188" fmla="*/ 1216660 w 2643804"/>
              <a:gd name="connsiteY188" fmla="*/ 21109 h 2971546"/>
              <a:gd name="connsiteX189" fmla="*/ 1244154 w 2643804"/>
              <a:gd name="connsiteY189" fmla="*/ 11851 h 2971546"/>
              <a:gd name="connsiteX190" fmla="*/ 1270737 w 2643804"/>
              <a:gd name="connsiteY190" fmla="*/ 5369 h 2971546"/>
              <a:gd name="connsiteX191" fmla="*/ 1296593 w 2643804"/>
              <a:gd name="connsiteY191" fmla="*/ 1296 h 297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643804" h="2971546">
                <a:moveTo>
                  <a:pt x="1321720" y="0"/>
                </a:moveTo>
                <a:lnTo>
                  <a:pt x="1347212" y="1296"/>
                </a:lnTo>
                <a:lnTo>
                  <a:pt x="1373067" y="5369"/>
                </a:lnTo>
                <a:lnTo>
                  <a:pt x="1399650" y="11851"/>
                </a:lnTo>
                <a:lnTo>
                  <a:pt x="1427145" y="21109"/>
                </a:lnTo>
                <a:lnTo>
                  <a:pt x="1456277" y="33145"/>
                </a:lnTo>
                <a:lnTo>
                  <a:pt x="1487230" y="47588"/>
                </a:lnTo>
                <a:lnTo>
                  <a:pt x="1520369" y="64808"/>
                </a:lnTo>
                <a:lnTo>
                  <a:pt x="1556057" y="84436"/>
                </a:lnTo>
                <a:lnTo>
                  <a:pt x="1594658" y="107026"/>
                </a:lnTo>
                <a:lnTo>
                  <a:pt x="1636718" y="132023"/>
                </a:lnTo>
                <a:lnTo>
                  <a:pt x="1682420" y="159983"/>
                </a:lnTo>
                <a:lnTo>
                  <a:pt x="1732311" y="190165"/>
                </a:lnTo>
                <a:lnTo>
                  <a:pt x="1786571" y="223310"/>
                </a:lnTo>
                <a:lnTo>
                  <a:pt x="1845564" y="258862"/>
                </a:lnTo>
                <a:lnTo>
                  <a:pt x="1909839" y="297377"/>
                </a:lnTo>
                <a:lnTo>
                  <a:pt x="1979758" y="338113"/>
                </a:lnTo>
                <a:lnTo>
                  <a:pt x="2049676" y="378665"/>
                </a:lnTo>
                <a:lnTo>
                  <a:pt x="2114862" y="415513"/>
                </a:lnTo>
                <a:lnTo>
                  <a:pt x="2174947" y="449213"/>
                </a:lnTo>
                <a:lnTo>
                  <a:pt x="2230664" y="480136"/>
                </a:lnTo>
                <a:lnTo>
                  <a:pt x="2281464" y="508281"/>
                </a:lnTo>
                <a:lnTo>
                  <a:pt x="2328259" y="534389"/>
                </a:lnTo>
                <a:lnTo>
                  <a:pt x="2370866" y="558461"/>
                </a:lnTo>
                <a:lnTo>
                  <a:pt x="2409467" y="580866"/>
                </a:lnTo>
                <a:lnTo>
                  <a:pt x="2444427" y="602345"/>
                </a:lnTo>
                <a:lnTo>
                  <a:pt x="2475926" y="622529"/>
                </a:lnTo>
                <a:lnTo>
                  <a:pt x="2503602" y="642157"/>
                </a:lnTo>
                <a:lnTo>
                  <a:pt x="2528547" y="661784"/>
                </a:lnTo>
                <a:lnTo>
                  <a:pt x="2550397" y="681041"/>
                </a:lnTo>
                <a:lnTo>
                  <a:pt x="2569151" y="700854"/>
                </a:lnTo>
                <a:lnTo>
                  <a:pt x="2585538" y="721407"/>
                </a:lnTo>
                <a:lnTo>
                  <a:pt x="2599376" y="742886"/>
                </a:lnTo>
                <a:lnTo>
                  <a:pt x="2610847" y="765662"/>
                </a:lnTo>
                <a:lnTo>
                  <a:pt x="2620316" y="790103"/>
                </a:lnTo>
                <a:lnTo>
                  <a:pt x="2627963" y="816582"/>
                </a:lnTo>
                <a:lnTo>
                  <a:pt x="2633608" y="845283"/>
                </a:lnTo>
                <a:lnTo>
                  <a:pt x="2638159" y="876577"/>
                </a:lnTo>
                <a:lnTo>
                  <a:pt x="2641073" y="910833"/>
                </a:lnTo>
                <a:lnTo>
                  <a:pt x="2642894" y="948236"/>
                </a:lnTo>
                <a:lnTo>
                  <a:pt x="2643622" y="989343"/>
                </a:lnTo>
                <a:lnTo>
                  <a:pt x="2643804" y="1034523"/>
                </a:lnTo>
                <a:lnTo>
                  <a:pt x="2643258" y="1083777"/>
                </a:lnTo>
                <a:lnTo>
                  <a:pt x="2642165" y="1137291"/>
                </a:lnTo>
                <a:lnTo>
                  <a:pt x="2641073" y="1195988"/>
                </a:lnTo>
                <a:lnTo>
                  <a:pt x="2639798" y="1259870"/>
                </a:lnTo>
                <a:lnTo>
                  <a:pt x="2638705" y="1329122"/>
                </a:lnTo>
                <a:lnTo>
                  <a:pt x="2637795" y="1404485"/>
                </a:lnTo>
                <a:lnTo>
                  <a:pt x="2637431" y="1485773"/>
                </a:lnTo>
                <a:lnTo>
                  <a:pt x="2637795" y="1567061"/>
                </a:lnTo>
                <a:lnTo>
                  <a:pt x="2638705" y="1642424"/>
                </a:lnTo>
                <a:lnTo>
                  <a:pt x="2639798" y="1711676"/>
                </a:lnTo>
                <a:lnTo>
                  <a:pt x="2641073" y="1775558"/>
                </a:lnTo>
                <a:lnTo>
                  <a:pt x="2642165" y="1834256"/>
                </a:lnTo>
                <a:lnTo>
                  <a:pt x="2643258" y="1887769"/>
                </a:lnTo>
                <a:lnTo>
                  <a:pt x="2643804" y="1937023"/>
                </a:lnTo>
                <a:lnTo>
                  <a:pt x="2643622" y="1982204"/>
                </a:lnTo>
                <a:lnTo>
                  <a:pt x="2642894" y="2023311"/>
                </a:lnTo>
                <a:lnTo>
                  <a:pt x="2641073" y="2060714"/>
                </a:lnTo>
                <a:lnTo>
                  <a:pt x="2638159" y="2094970"/>
                </a:lnTo>
                <a:lnTo>
                  <a:pt x="2633790" y="2126263"/>
                </a:lnTo>
                <a:lnTo>
                  <a:pt x="2627963" y="2154963"/>
                </a:lnTo>
                <a:lnTo>
                  <a:pt x="2620316" y="2181442"/>
                </a:lnTo>
                <a:lnTo>
                  <a:pt x="2610847" y="2205884"/>
                </a:lnTo>
                <a:lnTo>
                  <a:pt x="2599376" y="2228660"/>
                </a:lnTo>
                <a:lnTo>
                  <a:pt x="2585538" y="2250139"/>
                </a:lnTo>
                <a:lnTo>
                  <a:pt x="2569151" y="2270692"/>
                </a:lnTo>
                <a:lnTo>
                  <a:pt x="2550397" y="2290505"/>
                </a:lnTo>
                <a:lnTo>
                  <a:pt x="2528547" y="2309763"/>
                </a:lnTo>
                <a:lnTo>
                  <a:pt x="2503784" y="2329390"/>
                </a:lnTo>
                <a:lnTo>
                  <a:pt x="2475926" y="2349018"/>
                </a:lnTo>
                <a:lnTo>
                  <a:pt x="2444427" y="2369386"/>
                </a:lnTo>
                <a:lnTo>
                  <a:pt x="2409649" y="2390680"/>
                </a:lnTo>
                <a:lnTo>
                  <a:pt x="2370866" y="2413085"/>
                </a:lnTo>
                <a:lnTo>
                  <a:pt x="2328259" y="2437156"/>
                </a:lnTo>
                <a:lnTo>
                  <a:pt x="2281464" y="2463265"/>
                </a:lnTo>
                <a:lnTo>
                  <a:pt x="2230664" y="2491596"/>
                </a:lnTo>
                <a:lnTo>
                  <a:pt x="2174947" y="2522518"/>
                </a:lnTo>
                <a:lnTo>
                  <a:pt x="2114862" y="2556034"/>
                </a:lnTo>
                <a:lnTo>
                  <a:pt x="2049676" y="2592881"/>
                </a:lnTo>
                <a:lnTo>
                  <a:pt x="1979758" y="2633433"/>
                </a:lnTo>
                <a:lnTo>
                  <a:pt x="1909839" y="2674169"/>
                </a:lnTo>
                <a:lnTo>
                  <a:pt x="1845564" y="2712684"/>
                </a:lnTo>
                <a:lnTo>
                  <a:pt x="1786571" y="2748236"/>
                </a:lnTo>
                <a:lnTo>
                  <a:pt x="1732311" y="2781380"/>
                </a:lnTo>
                <a:lnTo>
                  <a:pt x="1682420" y="2811563"/>
                </a:lnTo>
                <a:lnTo>
                  <a:pt x="1636718" y="2839522"/>
                </a:lnTo>
                <a:lnTo>
                  <a:pt x="1594658" y="2864520"/>
                </a:lnTo>
                <a:lnTo>
                  <a:pt x="1556057" y="2887111"/>
                </a:lnTo>
                <a:lnTo>
                  <a:pt x="1520369" y="2906738"/>
                </a:lnTo>
                <a:lnTo>
                  <a:pt x="1487230" y="2923959"/>
                </a:lnTo>
                <a:lnTo>
                  <a:pt x="1456277" y="2938401"/>
                </a:lnTo>
                <a:lnTo>
                  <a:pt x="1427145" y="2950438"/>
                </a:lnTo>
                <a:lnTo>
                  <a:pt x="1399650" y="2959696"/>
                </a:lnTo>
                <a:lnTo>
                  <a:pt x="1373067" y="2966176"/>
                </a:lnTo>
                <a:lnTo>
                  <a:pt x="1347212" y="2970250"/>
                </a:lnTo>
                <a:lnTo>
                  <a:pt x="1321720" y="2971546"/>
                </a:lnTo>
                <a:lnTo>
                  <a:pt x="1296593" y="2970250"/>
                </a:lnTo>
                <a:lnTo>
                  <a:pt x="1270737" y="2966176"/>
                </a:lnTo>
                <a:lnTo>
                  <a:pt x="1244154" y="2959696"/>
                </a:lnTo>
                <a:lnTo>
                  <a:pt x="1216660" y="2950438"/>
                </a:lnTo>
                <a:lnTo>
                  <a:pt x="1187526" y="2938401"/>
                </a:lnTo>
                <a:lnTo>
                  <a:pt x="1156574" y="2923959"/>
                </a:lnTo>
                <a:lnTo>
                  <a:pt x="1123435" y="2906738"/>
                </a:lnTo>
                <a:lnTo>
                  <a:pt x="1087747" y="2887111"/>
                </a:lnTo>
                <a:lnTo>
                  <a:pt x="1049146" y="2864520"/>
                </a:lnTo>
                <a:lnTo>
                  <a:pt x="1007086" y="2839522"/>
                </a:lnTo>
                <a:lnTo>
                  <a:pt x="961383" y="2811563"/>
                </a:lnTo>
                <a:lnTo>
                  <a:pt x="911494" y="2781380"/>
                </a:lnTo>
                <a:lnTo>
                  <a:pt x="857233" y="2748236"/>
                </a:lnTo>
                <a:lnTo>
                  <a:pt x="798240" y="2712684"/>
                </a:lnTo>
                <a:lnTo>
                  <a:pt x="733965" y="2674169"/>
                </a:lnTo>
                <a:lnTo>
                  <a:pt x="664046" y="2633433"/>
                </a:lnTo>
                <a:lnTo>
                  <a:pt x="594128" y="2592881"/>
                </a:lnTo>
                <a:lnTo>
                  <a:pt x="528943" y="2556034"/>
                </a:lnTo>
                <a:lnTo>
                  <a:pt x="468857" y="2522333"/>
                </a:lnTo>
                <a:lnTo>
                  <a:pt x="413140" y="2491411"/>
                </a:lnTo>
                <a:lnTo>
                  <a:pt x="362340" y="2463265"/>
                </a:lnTo>
                <a:lnTo>
                  <a:pt x="315545" y="2437156"/>
                </a:lnTo>
                <a:lnTo>
                  <a:pt x="272938" y="2413085"/>
                </a:lnTo>
                <a:lnTo>
                  <a:pt x="234337" y="2390680"/>
                </a:lnTo>
                <a:lnTo>
                  <a:pt x="199378" y="2369201"/>
                </a:lnTo>
                <a:lnTo>
                  <a:pt x="167878" y="2349018"/>
                </a:lnTo>
                <a:lnTo>
                  <a:pt x="140202" y="2329390"/>
                </a:lnTo>
                <a:lnTo>
                  <a:pt x="115256" y="2309763"/>
                </a:lnTo>
                <a:lnTo>
                  <a:pt x="93407" y="2290505"/>
                </a:lnTo>
                <a:lnTo>
                  <a:pt x="74652" y="2270692"/>
                </a:lnTo>
                <a:lnTo>
                  <a:pt x="58266" y="2250139"/>
                </a:lnTo>
                <a:lnTo>
                  <a:pt x="44428" y="2228660"/>
                </a:lnTo>
                <a:lnTo>
                  <a:pt x="32956" y="2205884"/>
                </a:lnTo>
                <a:lnTo>
                  <a:pt x="23488" y="2181442"/>
                </a:lnTo>
                <a:lnTo>
                  <a:pt x="15841" y="2154963"/>
                </a:lnTo>
                <a:lnTo>
                  <a:pt x="10196" y="2126263"/>
                </a:lnTo>
                <a:lnTo>
                  <a:pt x="5644" y="2094970"/>
                </a:lnTo>
                <a:lnTo>
                  <a:pt x="2732" y="2060714"/>
                </a:lnTo>
                <a:lnTo>
                  <a:pt x="910" y="2023311"/>
                </a:lnTo>
                <a:lnTo>
                  <a:pt x="182" y="1982204"/>
                </a:lnTo>
                <a:lnTo>
                  <a:pt x="0" y="1937023"/>
                </a:lnTo>
                <a:lnTo>
                  <a:pt x="546" y="1887769"/>
                </a:lnTo>
                <a:lnTo>
                  <a:pt x="1639" y="1834256"/>
                </a:lnTo>
                <a:lnTo>
                  <a:pt x="2732" y="1775558"/>
                </a:lnTo>
                <a:lnTo>
                  <a:pt x="4006" y="1711676"/>
                </a:lnTo>
                <a:lnTo>
                  <a:pt x="5098" y="1642424"/>
                </a:lnTo>
                <a:lnTo>
                  <a:pt x="6008" y="1567061"/>
                </a:lnTo>
                <a:lnTo>
                  <a:pt x="6372" y="1485773"/>
                </a:lnTo>
                <a:lnTo>
                  <a:pt x="6008" y="1404485"/>
                </a:lnTo>
                <a:lnTo>
                  <a:pt x="5098" y="1329122"/>
                </a:lnTo>
                <a:lnTo>
                  <a:pt x="4006" y="1259870"/>
                </a:lnTo>
                <a:lnTo>
                  <a:pt x="2732" y="1195988"/>
                </a:lnTo>
                <a:lnTo>
                  <a:pt x="1639" y="1137291"/>
                </a:lnTo>
                <a:lnTo>
                  <a:pt x="546" y="1083777"/>
                </a:lnTo>
                <a:lnTo>
                  <a:pt x="0" y="1034523"/>
                </a:lnTo>
                <a:lnTo>
                  <a:pt x="182" y="989343"/>
                </a:lnTo>
                <a:lnTo>
                  <a:pt x="910" y="948236"/>
                </a:lnTo>
                <a:lnTo>
                  <a:pt x="2732" y="910833"/>
                </a:lnTo>
                <a:lnTo>
                  <a:pt x="5644" y="876577"/>
                </a:lnTo>
                <a:lnTo>
                  <a:pt x="10014" y="845283"/>
                </a:lnTo>
                <a:lnTo>
                  <a:pt x="15841" y="816582"/>
                </a:lnTo>
                <a:lnTo>
                  <a:pt x="23488" y="790103"/>
                </a:lnTo>
                <a:lnTo>
                  <a:pt x="32956" y="765662"/>
                </a:lnTo>
                <a:lnTo>
                  <a:pt x="44428" y="742886"/>
                </a:lnTo>
                <a:lnTo>
                  <a:pt x="58266" y="721407"/>
                </a:lnTo>
                <a:lnTo>
                  <a:pt x="74652" y="700854"/>
                </a:lnTo>
                <a:lnTo>
                  <a:pt x="93407" y="681041"/>
                </a:lnTo>
                <a:lnTo>
                  <a:pt x="115256" y="661784"/>
                </a:lnTo>
                <a:lnTo>
                  <a:pt x="140020" y="642157"/>
                </a:lnTo>
                <a:lnTo>
                  <a:pt x="167878" y="622529"/>
                </a:lnTo>
                <a:lnTo>
                  <a:pt x="199378" y="602161"/>
                </a:lnTo>
                <a:lnTo>
                  <a:pt x="234155" y="580866"/>
                </a:lnTo>
                <a:lnTo>
                  <a:pt x="272938" y="558461"/>
                </a:lnTo>
                <a:lnTo>
                  <a:pt x="315545" y="534389"/>
                </a:lnTo>
                <a:lnTo>
                  <a:pt x="362340" y="508281"/>
                </a:lnTo>
                <a:lnTo>
                  <a:pt x="413140" y="479951"/>
                </a:lnTo>
                <a:lnTo>
                  <a:pt x="468857" y="449028"/>
                </a:lnTo>
                <a:lnTo>
                  <a:pt x="528943" y="415513"/>
                </a:lnTo>
                <a:lnTo>
                  <a:pt x="594128" y="378665"/>
                </a:lnTo>
                <a:lnTo>
                  <a:pt x="664046" y="338113"/>
                </a:lnTo>
                <a:lnTo>
                  <a:pt x="733965" y="297377"/>
                </a:lnTo>
                <a:lnTo>
                  <a:pt x="798240" y="258862"/>
                </a:lnTo>
                <a:lnTo>
                  <a:pt x="857233" y="223310"/>
                </a:lnTo>
                <a:lnTo>
                  <a:pt x="911494" y="190165"/>
                </a:lnTo>
                <a:lnTo>
                  <a:pt x="961383" y="159983"/>
                </a:lnTo>
                <a:lnTo>
                  <a:pt x="1007086" y="132023"/>
                </a:lnTo>
                <a:lnTo>
                  <a:pt x="1049146" y="107026"/>
                </a:lnTo>
                <a:lnTo>
                  <a:pt x="1087747" y="84436"/>
                </a:lnTo>
                <a:lnTo>
                  <a:pt x="1123435" y="64808"/>
                </a:lnTo>
                <a:lnTo>
                  <a:pt x="1156574" y="47588"/>
                </a:lnTo>
                <a:lnTo>
                  <a:pt x="1187526" y="33145"/>
                </a:lnTo>
                <a:lnTo>
                  <a:pt x="1216660" y="21109"/>
                </a:lnTo>
                <a:lnTo>
                  <a:pt x="1244154" y="11851"/>
                </a:lnTo>
                <a:lnTo>
                  <a:pt x="1270737" y="5369"/>
                </a:lnTo>
                <a:lnTo>
                  <a:pt x="1296593" y="1296"/>
                </a:ln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9807B9B-DE40-7E29-A492-0E156C4FD095}"/>
              </a:ext>
            </a:extLst>
          </p:cNvPr>
          <p:cNvSpPr/>
          <p:nvPr userDrawn="1"/>
        </p:nvSpPr>
        <p:spPr>
          <a:xfrm>
            <a:off x="9144218" y="3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2170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E1DC-8BC2-4A58-8D1C-956DA8266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252" y="630600"/>
            <a:ext cx="6770225" cy="1891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005981-0877-7867-BCB7-656DB41376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889375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8A27CE-C91A-C828-FC7E-72FB482807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5791" y="2788013"/>
            <a:ext cx="6770687" cy="298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310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E1DC-8BC2-4A58-8D1C-956DA8266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092" y="630600"/>
            <a:ext cx="6770225" cy="1891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005981-0877-7867-BCB7-656DB41376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02625" y="0"/>
            <a:ext cx="3889375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8A27CE-C91A-C828-FC7E-72FB482807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9631" y="2788013"/>
            <a:ext cx="6770687" cy="298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409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AA1380-8EA2-BAF4-DF35-9AE5DE08FF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8BF-0137-BB40-8543-83067E7F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0040F-77F5-B346-9269-E2DB7015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EA2DD-11B9-644E-AFEB-69DEE5DF0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273DA-94A7-ED45-906B-58627330AA1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59B5-9BDC-B84E-8F57-2DFBE78C2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7A851-907A-A949-AD33-AB19F5FB5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57691-1BE3-9543-B47F-9A56C3632E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0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699" r:id="rId3"/>
    <p:sldLayoutId id="2147483696" r:id="rId4"/>
    <p:sldLayoutId id="2147483700" r:id="rId5"/>
    <p:sldLayoutId id="2147483703" r:id="rId6"/>
    <p:sldLayoutId id="214748370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151">
          <p15:clr>
            <a:srgbClr val="5ACBF0"/>
          </p15:clr>
        </p15:guide>
        <p15:guide id="4" pos="529">
          <p15:clr>
            <a:srgbClr val="5ACBF0"/>
          </p15:clr>
        </p15:guide>
        <p15:guide id="5" pos="4089">
          <p15:clr>
            <a:srgbClr val="5ACBF0"/>
          </p15:clr>
        </p15:guide>
        <p15:guide id="6" pos="359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D940520-1079-50E6-CFE4-8E24C28E519C}"/>
              </a:ext>
            </a:extLst>
          </p:cNvPr>
          <p:cNvSpPr/>
          <p:nvPr/>
        </p:nvSpPr>
        <p:spPr>
          <a:xfrm rot="4448140">
            <a:off x="837802" y="390481"/>
            <a:ext cx="3124046" cy="3060791"/>
          </a:xfrm>
          <a:custGeom>
            <a:avLst/>
            <a:gdLst>
              <a:gd name="connsiteX0" fmla="*/ 3050258 w 3124046"/>
              <a:gd name="connsiteY0" fmla="*/ 2577554 h 3060791"/>
              <a:gd name="connsiteX1" fmla="*/ 74001 w 3124046"/>
              <a:gd name="connsiteY1" fmla="*/ 2577554 h 3060791"/>
              <a:gd name="connsiteX2" fmla="*/ 1562124 w 3124046"/>
              <a:gd name="connsiteY2" fmla="*/ 63 h 3060791"/>
              <a:gd name="connsiteX3" fmla="*/ 3050258 w 3124046"/>
              <a:gd name="connsiteY3" fmla="*/ 2577554 h 3060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4046" h="3060791">
                <a:moveTo>
                  <a:pt x="3050258" y="2577554"/>
                </a:moveTo>
                <a:cubicBezTo>
                  <a:pt x="2678234" y="3221955"/>
                  <a:pt x="446033" y="3221955"/>
                  <a:pt x="74001" y="2577554"/>
                </a:cubicBezTo>
                <a:cubicBezTo>
                  <a:pt x="-298030" y="1933193"/>
                  <a:pt x="818065" y="63"/>
                  <a:pt x="1562124" y="63"/>
                </a:cubicBezTo>
                <a:cubicBezTo>
                  <a:pt x="2306173" y="63"/>
                  <a:pt x="3422283" y="1933193"/>
                  <a:pt x="3050258" y="2577554"/>
                </a:cubicBezTo>
                <a:close/>
              </a:path>
            </a:pathLst>
          </a:custGeom>
          <a:solidFill>
            <a:schemeClr val="accent5"/>
          </a:solidFill>
          <a:ln w="952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5CA862-89DF-79DF-BCF6-8F3CA5F6B361}"/>
              </a:ext>
            </a:extLst>
          </p:cNvPr>
          <p:cNvSpPr/>
          <p:nvPr/>
        </p:nvSpPr>
        <p:spPr>
          <a:xfrm rot="5400000">
            <a:off x="7014852" y="2013221"/>
            <a:ext cx="2966581" cy="2588063"/>
          </a:xfrm>
          <a:custGeom>
            <a:avLst/>
            <a:gdLst>
              <a:gd name="connsiteX0" fmla="*/ 1483740 w 2966581"/>
              <a:gd name="connsiteY0" fmla="*/ 172 h 2588063"/>
              <a:gd name="connsiteX1" fmla="*/ 1421928 w 2966581"/>
              <a:gd name="connsiteY1" fmla="*/ 35821 h 2588063"/>
              <a:gd name="connsiteX2" fmla="*/ 10115 w 2966581"/>
              <a:gd name="connsiteY2" fmla="*/ 2481150 h 2588063"/>
              <a:gd name="connsiteX3" fmla="*/ 71920 w 2966581"/>
              <a:gd name="connsiteY3" fmla="*/ 2588236 h 2588063"/>
              <a:gd name="connsiteX4" fmla="*/ 2895516 w 2966581"/>
              <a:gd name="connsiteY4" fmla="*/ 2588236 h 2588063"/>
              <a:gd name="connsiteX5" fmla="*/ 2957329 w 2966581"/>
              <a:gd name="connsiteY5" fmla="*/ 2481150 h 2588063"/>
              <a:gd name="connsiteX6" fmla="*/ 1545515 w 2966581"/>
              <a:gd name="connsiteY6" fmla="*/ 35821 h 2588063"/>
              <a:gd name="connsiteX7" fmla="*/ 1483740 w 2966581"/>
              <a:gd name="connsiteY7" fmla="*/ 172 h 258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66581" h="2588063">
                <a:moveTo>
                  <a:pt x="1483740" y="172"/>
                </a:moveTo>
                <a:cubicBezTo>
                  <a:pt x="1458252" y="167"/>
                  <a:pt x="1434672" y="13755"/>
                  <a:pt x="1421928" y="35821"/>
                </a:cubicBezTo>
                <a:lnTo>
                  <a:pt x="10115" y="2481150"/>
                </a:lnTo>
                <a:cubicBezTo>
                  <a:pt x="-17382" y="2528735"/>
                  <a:pt x="16962" y="2588240"/>
                  <a:pt x="71920" y="2588236"/>
                </a:cubicBezTo>
                <a:lnTo>
                  <a:pt x="2895516" y="2588236"/>
                </a:lnTo>
                <a:cubicBezTo>
                  <a:pt x="2950489" y="2588240"/>
                  <a:pt x="2984833" y="2528735"/>
                  <a:pt x="2957329" y="2481150"/>
                </a:cubicBezTo>
                <a:lnTo>
                  <a:pt x="1545515" y="35821"/>
                </a:lnTo>
                <a:cubicBezTo>
                  <a:pt x="1532772" y="13755"/>
                  <a:pt x="1509228" y="167"/>
                  <a:pt x="1483740" y="172"/>
                </a:cubicBezTo>
                <a:close/>
              </a:path>
            </a:pathLst>
          </a:custGeom>
          <a:solidFill>
            <a:schemeClr val="accent3"/>
          </a:solidFill>
          <a:ln w="36000" cap="rnd">
            <a:noFill/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2E36A86-0978-E650-0CB9-54DBC2B5A9D1}"/>
              </a:ext>
            </a:extLst>
          </p:cNvPr>
          <p:cNvSpPr/>
          <p:nvPr/>
        </p:nvSpPr>
        <p:spPr>
          <a:xfrm rot="16200000">
            <a:off x="8308884" y="400904"/>
            <a:ext cx="2966581" cy="2588063"/>
          </a:xfrm>
          <a:custGeom>
            <a:avLst/>
            <a:gdLst>
              <a:gd name="connsiteX0" fmla="*/ 1483740 w 2966581"/>
              <a:gd name="connsiteY0" fmla="*/ 172 h 2588063"/>
              <a:gd name="connsiteX1" fmla="*/ 1421928 w 2966581"/>
              <a:gd name="connsiteY1" fmla="*/ 35821 h 2588063"/>
              <a:gd name="connsiteX2" fmla="*/ 10115 w 2966581"/>
              <a:gd name="connsiteY2" fmla="*/ 2481150 h 2588063"/>
              <a:gd name="connsiteX3" fmla="*/ 71920 w 2966581"/>
              <a:gd name="connsiteY3" fmla="*/ 2588236 h 2588063"/>
              <a:gd name="connsiteX4" fmla="*/ 2895516 w 2966581"/>
              <a:gd name="connsiteY4" fmla="*/ 2588236 h 2588063"/>
              <a:gd name="connsiteX5" fmla="*/ 2957329 w 2966581"/>
              <a:gd name="connsiteY5" fmla="*/ 2481150 h 2588063"/>
              <a:gd name="connsiteX6" fmla="*/ 1545515 w 2966581"/>
              <a:gd name="connsiteY6" fmla="*/ 35821 h 2588063"/>
              <a:gd name="connsiteX7" fmla="*/ 1483740 w 2966581"/>
              <a:gd name="connsiteY7" fmla="*/ 172 h 258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66581" h="2588063">
                <a:moveTo>
                  <a:pt x="1483740" y="172"/>
                </a:moveTo>
                <a:cubicBezTo>
                  <a:pt x="1458252" y="167"/>
                  <a:pt x="1434672" y="13755"/>
                  <a:pt x="1421928" y="35821"/>
                </a:cubicBezTo>
                <a:lnTo>
                  <a:pt x="10115" y="2481150"/>
                </a:lnTo>
                <a:cubicBezTo>
                  <a:pt x="-17382" y="2528735"/>
                  <a:pt x="16962" y="2588240"/>
                  <a:pt x="71920" y="2588236"/>
                </a:cubicBezTo>
                <a:lnTo>
                  <a:pt x="2895516" y="2588236"/>
                </a:lnTo>
                <a:cubicBezTo>
                  <a:pt x="2950489" y="2588240"/>
                  <a:pt x="2984833" y="2528735"/>
                  <a:pt x="2957329" y="2481150"/>
                </a:cubicBezTo>
                <a:lnTo>
                  <a:pt x="1545515" y="35821"/>
                </a:lnTo>
                <a:cubicBezTo>
                  <a:pt x="1532772" y="13755"/>
                  <a:pt x="1509228" y="167"/>
                  <a:pt x="1483740" y="172"/>
                </a:cubicBezTo>
                <a:close/>
              </a:path>
            </a:pathLst>
          </a:custGeom>
          <a:solidFill>
            <a:schemeClr val="accent3"/>
          </a:solidFill>
          <a:ln w="36000" cap="rnd">
            <a:noFill/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0A46685-D291-00A4-C140-EC56B84202A1}"/>
              </a:ext>
            </a:extLst>
          </p:cNvPr>
          <p:cNvSpPr/>
          <p:nvPr/>
        </p:nvSpPr>
        <p:spPr>
          <a:xfrm rot="16200000">
            <a:off x="8308884" y="3625538"/>
            <a:ext cx="2966581" cy="2588063"/>
          </a:xfrm>
          <a:custGeom>
            <a:avLst/>
            <a:gdLst>
              <a:gd name="connsiteX0" fmla="*/ 1483740 w 2966581"/>
              <a:gd name="connsiteY0" fmla="*/ 172 h 2588063"/>
              <a:gd name="connsiteX1" fmla="*/ 1421928 w 2966581"/>
              <a:gd name="connsiteY1" fmla="*/ 35821 h 2588063"/>
              <a:gd name="connsiteX2" fmla="*/ 10115 w 2966581"/>
              <a:gd name="connsiteY2" fmla="*/ 2481150 h 2588063"/>
              <a:gd name="connsiteX3" fmla="*/ 71920 w 2966581"/>
              <a:gd name="connsiteY3" fmla="*/ 2588236 h 2588063"/>
              <a:gd name="connsiteX4" fmla="*/ 2895516 w 2966581"/>
              <a:gd name="connsiteY4" fmla="*/ 2588236 h 2588063"/>
              <a:gd name="connsiteX5" fmla="*/ 2957329 w 2966581"/>
              <a:gd name="connsiteY5" fmla="*/ 2481150 h 2588063"/>
              <a:gd name="connsiteX6" fmla="*/ 1545515 w 2966581"/>
              <a:gd name="connsiteY6" fmla="*/ 35821 h 2588063"/>
              <a:gd name="connsiteX7" fmla="*/ 1483740 w 2966581"/>
              <a:gd name="connsiteY7" fmla="*/ 172 h 258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66581" h="2588063">
                <a:moveTo>
                  <a:pt x="1483740" y="172"/>
                </a:moveTo>
                <a:cubicBezTo>
                  <a:pt x="1458252" y="167"/>
                  <a:pt x="1434672" y="13755"/>
                  <a:pt x="1421928" y="35821"/>
                </a:cubicBezTo>
                <a:lnTo>
                  <a:pt x="10115" y="2481150"/>
                </a:lnTo>
                <a:cubicBezTo>
                  <a:pt x="-17382" y="2528735"/>
                  <a:pt x="16962" y="2588240"/>
                  <a:pt x="71920" y="2588236"/>
                </a:cubicBezTo>
                <a:lnTo>
                  <a:pt x="2895516" y="2588236"/>
                </a:lnTo>
                <a:cubicBezTo>
                  <a:pt x="2950489" y="2588240"/>
                  <a:pt x="2984833" y="2528735"/>
                  <a:pt x="2957329" y="2481150"/>
                </a:cubicBezTo>
                <a:lnTo>
                  <a:pt x="1545515" y="35821"/>
                </a:lnTo>
                <a:cubicBezTo>
                  <a:pt x="1532772" y="13755"/>
                  <a:pt x="1509228" y="167"/>
                  <a:pt x="1483740" y="172"/>
                </a:cubicBezTo>
                <a:close/>
              </a:path>
            </a:pathLst>
          </a:custGeom>
          <a:solidFill>
            <a:schemeClr val="accent3"/>
          </a:solidFill>
          <a:ln w="36000" cap="rnd">
            <a:noFill/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BD075D-A3D6-8CA7-AF74-C5DBE22DC009}"/>
              </a:ext>
            </a:extLst>
          </p:cNvPr>
          <p:cNvSpPr txBox="1"/>
          <p:nvPr/>
        </p:nvSpPr>
        <p:spPr>
          <a:xfrm>
            <a:off x="0" y="-491106"/>
            <a:ext cx="6192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/>
              <a:t>In Inkscape - Path </a:t>
            </a:r>
            <a:r>
              <a:rPr lang="pl-PL" sz="2000" dirty="0"/>
              <a:t>&gt; Path Effects &gt; Corners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DD4D1-7DC9-F123-236C-EA2830B3C2E6}"/>
              </a:ext>
            </a:extLst>
          </p:cNvPr>
          <p:cNvSpPr/>
          <p:nvPr/>
        </p:nvSpPr>
        <p:spPr>
          <a:xfrm rot="4448140">
            <a:off x="1631308" y="1931981"/>
            <a:ext cx="3335595" cy="3268057"/>
          </a:xfrm>
          <a:custGeom>
            <a:avLst/>
            <a:gdLst>
              <a:gd name="connsiteX0" fmla="*/ 3050258 w 3124046"/>
              <a:gd name="connsiteY0" fmla="*/ 2577554 h 3060791"/>
              <a:gd name="connsiteX1" fmla="*/ 74001 w 3124046"/>
              <a:gd name="connsiteY1" fmla="*/ 2577554 h 3060791"/>
              <a:gd name="connsiteX2" fmla="*/ 1562124 w 3124046"/>
              <a:gd name="connsiteY2" fmla="*/ 63 h 3060791"/>
              <a:gd name="connsiteX3" fmla="*/ 3050258 w 3124046"/>
              <a:gd name="connsiteY3" fmla="*/ 2577554 h 3060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4046" h="3060791">
                <a:moveTo>
                  <a:pt x="3050258" y="2577554"/>
                </a:moveTo>
                <a:cubicBezTo>
                  <a:pt x="2678234" y="3221955"/>
                  <a:pt x="446033" y="3221955"/>
                  <a:pt x="74001" y="2577554"/>
                </a:cubicBezTo>
                <a:cubicBezTo>
                  <a:pt x="-298030" y="1933193"/>
                  <a:pt x="818065" y="63"/>
                  <a:pt x="1562124" y="63"/>
                </a:cubicBezTo>
                <a:cubicBezTo>
                  <a:pt x="2306173" y="63"/>
                  <a:pt x="3422283" y="1933193"/>
                  <a:pt x="3050258" y="2577554"/>
                </a:cubicBezTo>
                <a:close/>
              </a:path>
            </a:pathLst>
          </a:custGeom>
          <a:solidFill>
            <a:schemeClr val="accent5"/>
          </a:solidFill>
          <a:ln w="666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AC569C-BCE8-E607-DFD5-8BB7C4B4B631}"/>
              </a:ext>
            </a:extLst>
          </p:cNvPr>
          <p:cNvSpPr txBox="1"/>
          <p:nvPr/>
        </p:nvSpPr>
        <p:spPr>
          <a:xfrm>
            <a:off x="0" y="-818686"/>
            <a:ext cx="6192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/>
              <a:t>In Illustrator - Effect &gt; Stylize &gt; Rounded Corners</a:t>
            </a:r>
          </a:p>
        </p:txBody>
      </p:sp>
    </p:spTree>
    <p:extLst>
      <p:ext uri="{BB962C8B-B14F-4D97-AF65-F5344CB8AC3E}">
        <p14:creationId xmlns:p14="http://schemas.microsoft.com/office/powerpoint/2010/main" val="268621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ext, sky, outdoor, building&#10;&#10;Description automatically generated">
            <a:extLst>
              <a:ext uri="{FF2B5EF4-FFF2-40B4-BE49-F238E27FC236}">
                <a16:creationId xmlns:a16="http://schemas.microsoft.com/office/drawing/2014/main" id="{EF2DDF17-A0C4-574C-3A20-D298ECB7C9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83"/>
          <a:stretch/>
        </p:blipFill>
        <p:spPr>
          <a:xfrm>
            <a:off x="3597289" y="0"/>
            <a:ext cx="8594711" cy="68580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CA2FBE6-1BD2-F059-388D-BCD572D5DAE6}"/>
              </a:ext>
            </a:extLst>
          </p:cNvPr>
          <p:cNvSpPr/>
          <p:nvPr/>
        </p:nvSpPr>
        <p:spPr>
          <a:xfrm rot="5400000">
            <a:off x="1554728" y="-20014"/>
            <a:ext cx="6862823" cy="6893794"/>
          </a:xfrm>
          <a:custGeom>
            <a:avLst/>
            <a:gdLst>
              <a:gd name="connsiteX0" fmla="*/ 0 w 6862823"/>
              <a:gd name="connsiteY0" fmla="*/ 3024326 h 6893794"/>
              <a:gd name="connsiteX1" fmla="*/ 4528 w 6862823"/>
              <a:gd name="connsiteY1" fmla="*/ 3020114 h 6893794"/>
              <a:gd name="connsiteX2" fmla="*/ 4528 w 6862823"/>
              <a:gd name="connsiteY2" fmla="*/ 3016605 h 6893794"/>
              <a:gd name="connsiteX3" fmla="*/ 8299 w 6862823"/>
              <a:gd name="connsiteY3" fmla="*/ 3016605 h 6893794"/>
              <a:gd name="connsiteX4" fmla="*/ 1715696 w 6862823"/>
              <a:gd name="connsiteY4" fmla="*/ 1428201 h 6893794"/>
              <a:gd name="connsiteX5" fmla="*/ 3160602 w 6862823"/>
              <a:gd name="connsiteY5" fmla="*/ 84003 h 6893794"/>
              <a:gd name="connsiteX6" fmla="*/ 3587742 w 6862823"/>
              <a:gd name="connsiteY6" fmla="*/ 22529 h 6893794"/>
              <a:gd name="connsiteX7" fmla="*/ 3702194 w 6862823"/>
              <a:gd name="connsiteY7" fmla="*/ 84003 h 6893794"/>
              <a:gd name="connsiteX8" fmla="*/ 5147107 w 6862823"/>
              <a:gd name="connsiteY8" fmla="*/ 1428201 h 6893794"/>
              <a:gd name="connsiteX9" fmla="*/ 6854524 w 6862823"/>
              <a:gd name="connsiteY9" fmla="*/ 3016605 h 6893794"/>
              <a:gd name="connsiteX10" fmla="*/ 6862528 w 6862823"/>
              <a:gd name="connsiteY10" fmla="*/ 3016605 h 6893794"/>
              <a:gd name="connsiteX11" fmla="*/ 6862528 w 6862823"/>
              <a:gd name="connsiteY11" fmla="*/ 3024052 h 6893794"/>
              <a:gd name="connsiteX12" fmla="*/ 6862823 w 6862823"/>
              <a:gd name="connsiteY12" fmla="*/ 3024326 h 6893794"/>
              <a:gd name="connsiteX13" fmla="*/ 6862528 w 6862823"/>
              <a:gd name="connsiteY13" fmla="*/ 3024326 h 6893794"/>
              <a:gd name="connsiteX14" fmla="*/ 6862528 w 6862823"/>
              <a:gd name="connsiteY14" fmla="*/ 6893794 h 6893794"/>
              <a:gd name="connsiteX15" fmla="*/ 4528 w 6862823"/>
              <a:gd name="connsiteY15" fmla="*/ 6893794 h 6893794"/>
              <a:gd name="connsiteX16" fmla="*/ 4528 w 6862823"/>
              <a:gd name="connsiteY16" fmla="*/ 3024326 h 689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62823" h="6893794">
                <a:moveTo>
                  <a:pt x="0" y="3024326"/>
                </a:moveTo>
                <a:lnTo>
                  <a:pt x="4528" y="3020114"/>
                </a:lnTo>
                <a:lnTo>
                  <a:pt x="4528" y="3016605"/>
                </a:lnTo>
                <a:lnTo>
                  <a:pt x="8299" y="3016605"/>
                </a:lnTo>
                <a:lnTo>
                  <a:pt x="1715696" y="1428201"/>
                </a:lnTo>
                <a:lnTo>
                  <a:pt x="3160602" y="84003"/>
                </a:lnTo>
                <a:cubicBezTo>
                  <a:pt x="3246951" y="3676"/>
                  <a:pt x="3438188" y="-23850"/>
                  <a:pt x="3587742" y="22529"/>
                </a:cubicBezTo>
                <a:cubicBezTo>
                  <a:pt x="3635276" y="37271"/>
                  <a:pt x="3674754" y="58472"/>
                  <a:pt x="3702194" y="84003"/>
                </a:cubicBezTo>
                <a:lnTo>
                  <a:pt x="5147107" y="1428201"/>
                </a:lnTo>
                <a:lnTo>
                  <a:pt x="6854524" y="3016605"/>
                </a:lnTo>
                <a:lnTo>
                  <a:pt x="6862528" y="3016605"/>
                </a:lnTo>
                <a:lnTo>
                  <a:pt x="6862528" y="3024052"/>
                </a:lnTo>
                <a:lnTo>
                  <a:pt x="6862823" y="3024326"/>
                </a:lnTo>
                <a:lnTo>
                  <a:pt x="6862528" y="3024326"/>
                </a:lnTo>
                <a:lnTo>
                  <a:pt x="6862528" y="6893794"/>
                </a:lnTo>
                <a:lnTo>
                  <a:pt x="4528" y="6893794"/>
                </a:lnTo>
                <a:lnTo>
                  <a:pt x="4528" y="3024326"/>
                </a:lnTo>
                <a:close/>
              </a:path>
            </a:pathLst>
          </a:custGeom>
          <a:solidFill>
            <a:schemeClr val="accent1"/>
          </a:solidFill>
          <a:ln w="144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D3F6E3A1-94D8-F68D-AFBA-4534B260BB91}"/>
              </a:ext>
            </a:extLst>
          </p:cNvPr>
          <p:cNvSpPr/>
          <p:nvPr/>
        </p:nvSpPr>
        <p:spPr>
          <a:xfrm rot="16200000">
            <a:off x="9052560" y="3718560"/>
            <a:ext cx="3139440" cy="313944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A0B4F587-1509-5830-2B90-780A8AB446AB}"/>
              </a:ext>
            </a:extLst>
          </p:cNvPr>
          <p:cNvSpPr/>
          <p:nvPr/>
        </p:nvSpPr>
        <p:spPr>
          <a:xfrm rot="16200000">
            <a:off x="9845040" y="4511039"/>
            <a:ext cx="2346960" cy="2346960"/>
          </a:xfrm>
          <a:prstGeom prst="rtTriangle">
            <a:avLst/>
          </a:prstGeom>
          <a:solidFill>
            <a:srgbClr val="242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4193EB3-29F0-CA18-9281-7F1F6A423516}"/>
              </a:ext>
            </a:extLst>
          </p:cNvPr>
          <p:cNvSpPr/>
          <p:nvPr/>
        </p:nvSpPr>
        <p:spPr>
          <a:xfrm>
            <a:off x="0" y="-4825"/>
            <a:ext cx="7518635" cy="6862824"/>
          </a:xfrm>
          <a:custGeom>
            <a:avLst/>
            <a:gdLst>
              <a:gd name="connsiteX0" fmla="*/ 4494310 w 7518635"/>
              <a:gd name="connsiteY0" fmla="*/ 0 h 6862824"/>
              <a:gd name="connsiteX1" fmla="*/ 4498522 w 7518635"/>
              <a:gd name="connsiteY1" fmla="*/ 4528 h 6862824"/>
              <a:gd name="connsiteX2" fmla="*/ 4502031 w 7518635"/>
              <a:gd name="connsiteY2" fmla="*/ 4528 h 6862824"/>
              <a:gd name="connsiteX3" fmla="*/ 4502031 w 7518635"/>
              <a:gd name="connsiteY3" fmla="*/ 8299 h 6862824"/>
              <a:gd name="connsiteX4" fmla="*/ 6090435 w 7518635"/>
              <a:gd name="connsiteY4" fmla="*/ 1715696 h 6862824"/>
              <a:gd name="connsiteX5" fmla="*/ 7434633 w 7518635"/>
              <a:gd name="connsiteY5" fmla="*/ 3160602 h 6862824"/>
              <a:gd name="connsiteX6" fmla="*/ 7496107 w 7518635"/>
              <a:gd name="connsiteY6" fmla="*/ 3587742 h 6862824"/>
              <a:gd name="connsiteX7" fmla="*/ 7434633 w 7518635"/>
              <a:gd name="connsiteY7" fmla="*/ 3702194 h 6862824"/>
              <a:gd name="connsiteX8" fmla="*/ 6090435 w 7518635"/>
              <a:gd name="connsiteY8" fmla="*/ 5147107 h 6862824"/>
              <a:gd name="connsiteX9" fmla="*/ 4502031 w 7518635"/>
              <a:gd name="connsiteY9" fmla="*/ 6854524 h 6862824"/>
              <a:gd name="connsiteX10" fmla="*/ 4502031 w 7518635"/>
              <a:gd name="connsiteY10" fmla="*/ 6862528 h 6862824"/>
              <a:gd name="connsiteX11" fmla="*/ 4494584 w 7518635"/>
              <a:gd name="connsiteY11" fmla="*/ 6862528 h 6862824"/>
              <a:gd name="connsiteX12" fmla="*/ 4494310 w 7518635"/>
              <a:gd name="connsiteY12" fmla="*/ 6862823 h 6862824"/>
              <a:gd name="connsiteX13" fmla="*/ 4494310 w 7518635"/>
              <a:gd name="connsiteY13" fmla="*/ 6862528 h 6862824"/>
              <a:gd name="connsiteX14" fmla="*/ 640080 w 7518635"/>
              <a:gd name="connsiteY14" fmla="*/ 6862528 h 6862824"/>
              <a:gd name="connsiteX15" fmla="*/ 640080 w 7518635"/>
              <a:gd name="connsiteY15" fmla="*/ 6862824 h 6862824"/>
              <a:gd name="connsiteX16" fmla="*/ 0 w 7518635"/>
              <a:gd name="connsiteY16" fmla="*/ 6862824 h 6862824"/>
              <a:gd name="connsiteX17" fmla="*/ 0 w 7518635"/>
              <a:gd name="connsiteY17" fmla="*/ 295 h 6862824"/>
              <a:gd name="connsiteX18" fmla="*/ 640080 w 7518635"/>
              <a:gd name="connsiteY18" fmla="*/ 295 h 6862824"/>
              <a:gd name="connsiteX19" fmla="*/ 640080 w 7518635"/>
              <a:gd name="connsiteY19" fmla="*/ 4528 h 6862824"/>
              <a:gd name="connsiteX20" fmla="*/ 4494310 w 7518635"/>
              <a:gd name="connsiteY20" fmla="*/ 4528 h 686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18635" h="6862824">
                <a:moveTo>
                  <a:pt x="4494310" y="0"/>
                </a:moveTo>
                <a:lnTo>
                  <a:pt x="4498522" y="4528"/>
                </a:lnTo>
                <a:lnTo>
                  <a:pt x="4502031" y="4528"/>
                </a:lnTo>
                <a:lnTo>
                  <a:pt x="4502031" y="8299"/>
                </a:lnTo>
                <a:lnTo>
                  <a:pt x="6090435" y="1715696"/>
                </a:lnTo>
                <a:lnTo>
                  <a:pt x="7434633" y="3160602"/>
                </a:lnTo>
                <a:cubicBezTo>
                  <a:pt x="7514960" y="3246951"/>
                  <a:pt x="7542486" y="3438188"/>
                  <a:pt x="7496107" y="3587742"/>
                </a:cubicBezTo>
                <a:cubicBezTo>
                  <a:pt x="7481365" y="3635276"/>
                  <a:pt x="7460164" y="3674754"/>
                  <a:pt x="7434633" y="3702194"/>
                </a:cubicBezTo>
                <a:lnTo>
                  <a:pt x="6090435" y="5147107"/>
                </a:lnTo>
                <a:lnTo>
                  <a:pt x="4502031" y="6854524"/>
                </a:lnTo>
                <a:lnTo>
                  <a:pt x="4502031" y="6862528"/>
                </a:lnTo>
                <a:lnTo>
                  <a:pt x="4494584" y="6862528"/>
                </a:lnTo>
                <a:lnTo>
                  <a:pt x="4494310" y="6862823"/>
                </a:lnTo>
                <a:lnTo>
                  <a:pt x="4494310" y="6862528"/>
                </a:lnTo>
                <a:lnTo>
                  <a:pt x="640080" y="6862528"/>
                </a:lnTo>
                <a:lnTo>
                  <a:pt x="640080" y="6862824"/>
                </a:lnTo>
                <a:lnTo>
                  <a:pt x="0" y="6862824"/>
                </a:lnTo>
                <a:lnTo>
                  <a:pt x="0" y="295"/>
                </a:lnTo>
                <a:lnTo>
                  <a:pt x="640080" y="295"/>
                </a:lnTo>
                <a:lnTo>
                  <a:pt x="640080" y="4528"/>
                </a:lnTo>
                <a:lnTo>
                  <a:pt x="4494310" y="4528"/>
                </a:lnTo>
                <a:close/>
              </a:path>
            </a:pathLst>
          </a:custGeom>
          <a:solidFill>
            <a:srgbClr val="242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FE9E3-66D2-98AA-69F3-54AF4D38384F}"/>
              </a:ext>
            </a:extLst>
          </p:cNvPr>
          <p:cNvSpPr txBox="1"/>
          <p:nvPr/>
        </p:nvSpPr>
        <p:spPr>
          <a:xfrm>
            <a:off x="1539242" y="1410355"/>
            <a:ext cx="763118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500" b="1" dirty="0">
                <a:solidFill>
                  <a:schemeClr val="bg1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Our </a:t>
            </a:r>
          </a:p>
          <a:p>
            <a:r>
              <a:rPr lang="pl-PL" sz="11500" b="1" dirty="0">
                <a:solidFill>
                  <a:schemeClr val="bg1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office</a:t>
            </a:r>
            <a:endParaRPr lang="id-ID" sz="11500" b="1" dirty="0">
              <a:solidFill>
                <a:schemeClr val="bg1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005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E3FE9E3-66D2-98AA-69F3-54AF4D38384F}"/>
              </a:ext>
            </a:extLst>
          </p:cNvPr>
          <p:cNvSpPr txBox="1"/>
          <p:nvPr/>
        </p:nvSpPr>
        <p:spPr>
          <a:xfrm>
            <a:off x="1539242" y="1410355"/>
            <a:ext cx="763118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500" b="1" dirty="0">
                <a:solidFill>
                  <a:schemeClr val="bg2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Our </a:t>
            </a:r>
          </a:p>
          <a:p>
            <a:r>
              <a:rPr lang="pl-PL" sz="11500" b="1" dirty="0">
                <a:solidFill>
                  <a:schemeClr val="bg2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office</a:t>
            </a:r>
            <a:endParaRPr lang="id-ID" sz="11500" b="1" dirty="0">
              <a:solidFill>
                <a:schemeClr val="bg2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C3DC278-A890-6379-4CF8-2C7E49B08D4F}"/>
              </a:ext>
            </a:extLst>
          </p:cNvPr>
          <p:cNvSpPr/>
          <p:nvPr/>
        </p:nvSpPr>
        <p:spPr>
          <a:xfrm rot="5400000">
            <a:off x="12802254" y="31755"/>
            <a:ext cx="1315467" cy="1321404"/>
          </a:xfrm>
          <a:custGeom>
            <a:avLst/>
            <a:gdLst>
              <a:gd name="connsiteX0" fmla="*/ 0 w 6862823"/>
              <a:gd name="connsiteY0" fmla="*/ 3024326 h 6893794"/>
              <a:gd name="connsiteX1" fmla="*/ 4528 w 6862823"/>
              <a:gd name="connsiteY1" fmla="*/ 3020114 h 6893794"/>
              <a:gd name="connsiteX2" fmla="*/ 4528 w 6862823"/>
              <a:gd name="connsiteY2" fmla="*/ 3016605 h 6893794"/>
              <a:gd name="connsiteX3" fmla="*/ 8299 w 6862823"/>
              <a:gd name="connsiteY3" fmla="*/ 3016605 h 6893794"/>
              <a:gd name="connsiteX4" fmla="*/ 1715696 w 6862823"/>
              <a:gd name="connsiteY4" fmla="*/ 1428201 h 6893794"/>
              <a:gd name="connsiteX5" fmla="*/ 3160602 w 6862823"/>
              <a:gd name="connsiteY5" fmla="*/ 84003 h 6893794"/>
              <a:gd name="connsiteX6" fmla="*/ 3587742 w 6862823"/>
              <a:gd name="connsiteY6" fmla="*/ 22529 h 6893794"/>
              <a:gd name="connsiteX7" fmla="*/ 3702194 w 6862823"/>
              <a:gd name="connsiteY7" fmla="*/ 84003 h 6893794"/>
              <a:gd name="connsiteX8" fmla="*/ 5147107 w 6862823"/>
              <a:gd name="connsiteY8" fmla="*/ 1428201 h 6893794"/>
              <a:gd name="connsiteX9" fmla="*/ 6854524 w 6862823"/>
              <a:gd name="connsiteY9" fmla="*/ 3016605 h 6893794"/>
              <a:gd name="connsiteX10" fmla="*/ 6862528 w 6862823"/>
              <a:gd name="connsiteY10" fmla="*/ 3016605 h 6893794"/>
              <a:gd name="connsiteX11" fmla="*/ 6862528 w 6862823"/>
              <a:gd name="connsiteY11" fmla="*/ 3024052 h 6893794"/>
              <a:gd name="connsiteX12" fmla="*/ 6862823 w 6862823"/>
              <a:gd name="connsiteY12" fmla="*/ 3024326 h 6893794"/>
              <a:gd name="connsiteX13" fmla="*/ 6862528 w 6862823"/>
              <a:gd name="connsiteY13" fmla="*/ 3024326 h 6893794"/>
              <a:gd name="connsiteX14" fmla="*/ 6862528 w 6862823"/>
              <a:gd name="connsiteY14" fmla="*/ 6893794 h 6893794"/>
              <a:gd name="connsiteX15" fmla="*/ 4528 w 6862823"/>
              <a:gd name="connsiteY15" fmla="*/ 6893794 h 6893794"/>
              <a:gd name="connsiteX16" fmla="*/ 4528 w 6862823"/>
              <a:gd name="connsiteY16" fmla="*/ 3024326 h 689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62823" h="6893794">
                <a:moveTo>
                  <a:pt x="0" y="3024326"/>
                </a:moveTo>
                <a:lnTo>
                  <a:pt x="4528" y="3020114"/>
                </a:lnTo>
                <a:lnTo>
                  <a:pt x="4528" y="3016605"/>
                </a:lnTo>
                <a:lnTo>
                  <a:pt x="8299" y="3016605"/>
                </a:lnTo>
                <a:lnTo>
                  <a:pt x="1715696" y="1428201"/>
                </a:lnTo>
                <a:lnTo>
                  <a:pt x="3160602" y="84003"/>
                </a:lnTo>
                <a:cubicBezTo>
                  <a:pt x="3246951" y="3676"/>
                  <a:pt x="3438188" y="-23850"/>
                  <a:pt x="3587742" y="22529"/>
                </a:cubicBezTo>
                <a:cubicBezTo>
                  <a:pt x="3635276" y="37271"/>
                  <a:pt x="3674754" y="58472"/>
                  <a:pt x="3702194" y="84003"/>
                </a:cubicBezTo>
                <a:lnTo>
                  <a:pt x="5147107" y="1428201"/>
                </a:lnTo>
                <a:lnTo>
                  <a:pt x="6854524" y="3016605"/>
                </a:lnTo>
                <a:lnTo>
                  <a:pt x="6862528" y="3016605"/>
                </a:lnTo>
                <a:lnTo>
                  <a:pt x="6862528" y="3024052"/>
                </a:lnTo>
                <a:lnTo>
                  <a:pt x="6862823" y="3024326"/>
                </a:lnTo>
                <a:lnTo>
                  <a:pt x="6862528" y="3024326"/>
                </a:lnTo>
                <a:lnTo>
                  <a:pt x="6862528" y="6893794"/>
                </a:lnTo>
                <a:lnTo>
                  <a:pt x="4528" y="6893794"/>
                </a:lnTo>
                <a:lnTo>
                  <a:pt x="4528" y="3024326"/>
                </a:lnTo>
                <a:close/>
              </a:path>
            </a:pathLst>
          </a:custGeom>
          <a:solidFill>
            <a:schemeClr val="accent1"/>
          </a:solidFill>
          <a:ln w="144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40B3745-A823-30B7-3085-A904308A6C14}"/>
              </a:ext>
            </a:extLst>
          </p:cNvPr>
          <p:cNvSpPr/>
          <p:nvPr/>
        </p:nvSpPr>
        <p:spPr>
          <a:xfrm>
            <a:off x="12502105" y="34723"/>
            <a:ext cx="1441171" cy="1315465"/>
          </a:xfrm>
          <a:custGeom>
            <a:avLst/>
            <a:gdLst>
              <a:gd name="connsiteX0" fmla="*/ 4494310 w 7518635"/>
              <a:gd name="connsiteY0" fmla="*/ 0 h 6862824"/>
              <a:gd name="connsiteX1" fmla="*/ 4498522 w 7518635"/>
              <a:gd name="connsiteY1" fmla="*/ 4528 h 6862824"/>
              <a:gd name="connsiteX2" fmla="*/ 4502031 w 7518635"/>
              <a:gd name="connsiteY2" fmla="*/ 4528 h 6862824"/>
              <a:gd name="connsiteX3" fmla="*/ 4502031 w 7518635"/>
              <a:gd name="connsiteY3" fmla="*/ 8299 h 6862824"/>
              <a:gd name="connsiteX4" fmla="*/ 6090435 w 7518635"/>
              <a:gd name="connsiteY4" fmla="*/ 1715696 h 6862824"/>
              <a:gd name="connsiteX5" fmla="*/ 7434633 w 7518635"/>
              <a:gd name="connsiteY5" fmla="*/ 3160602 h 6862824"/>
              <a:gd name="connsiteX6" fmla="*/ 7496107 w 7518635"/>
              <a:gd name="connsiteY6" fmla="*/ 3587742 h 6862824"/>
              <a:gd name="connsiteX7" fmla="*/ 7434633 w 7518635"/>
              <a:gd name="connsiteY7" fmla="*/ 3702194 h 6862824"/>
              <a:gd name="connsiteX8" fmla="*/ 6090435 w 7518635"/>
              <a:gd name="connsiteY8" fmla="*/ 5147107 h 6862824"/>
              <a:gd name="connsiteX9" fmla="*/ 4502031 w 7518635"/>
              <a:gd name="connsiteY9" fmla="*/ 6854524 h 6862824"/>
              <a:gd name="connsiteX10" fmla="*/ 4502031 w 7518635"/>
              <a:gd name="connsiteY10" fmla="*/ 6862528 h 6862824"/>
              <a:gd name="connsiteX11" fmla="*/ 4494584 w 7518635"/>
              <a:gd name="connsiteY11" fmla="*/ 6862528 h 6862824"/>
              <a:gd name="connsiteX12" fmla="*/ 4494310 w 7518635"/>
              <a:gd name="connsiteY12" fmla="*/ 6862823 h 6862824"/>
              <a:gd name="connsiteX13" fmla="*/ 4494310 w 7518635"/>
              <a:gd name="connsiteY13" fmla="*/ 6862528 h 6862824"/>
              <a:gd name="connsiteX14" fmla="*/ 640080 w 7518635"/>
              <a:gd name="connsiteY14" fmla="*/ 6862528 h 6862824"/>
              <a:gd name="connsiteX15" fmla="*/ 640080 w 7518635"/>
              <a:gd name="connsiteY15" fmla="*/ 6862824 h 6862824"/>
              <a:gd name="connsiteX16" fmla="*/ 0 w 7518635"/>
              <a:gd name="connsiteY16" fmla="*/ 6862824 h 6862824"/>
              <a:gd name="connsiteX17" fmla="*/ 0 w 7518635"/>
              <a:gd name="connsiteY17" fmla="*/ 295 h 6862824"/>
              <a:gd name="connsiteX18" fmla="*/ 640080 w 7518635"/>
              <a:gd name="connsiteY18" fmla="*/ 295 h 6862824"/>
              <a:gd name="connsiteX19" fmla="*/ 640080 w 7518635"/>
              <a:gd name="connsiteY19" fmla="*/ 4528 h 6862824"/>
              <a:gd name="connsiteX20" fmla="*/ 4494310 w 7518635"/>
              <a:gd name="connsiteY20" fmla="*/ 4528 h 686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18635" h="6862824">
                <a:moveTo>
                  <a:pt x="4494310" y="0"/>
                </a:moveTo>
                <a:lnTo>
                  <a:pt x="4498522" y="4528"/>
                </a:lnTo>
                <a:lnTo>
                  <a:pt x="4502031" y="4528"/>
                </a:lnTo>
                <a:lnTo>
                  <a:pt x="4502031" y="8299"/>
                </a:lnTo>
                <a:lnTo>
                  <a:pt x="6090435" y="1715696"/>
                </a:lnTo>
                <a:lnTo>
                  <a:pt x="7434633" y="3160602"/>
                </a:lnTo>
                <a:cubicBezTo>
                  <a:pt x="7514960" y="3246951"/>
                  <a:pt x="7542486" y="3438188"/>
                  <a:pt x="7496107" y="3587742"/>
                </a:cubicBezTo>
                <a:cubicBezTo>
                  <a:pt x="7481365" y="3635276"/>
                  <a:pt x="7460164" y="3674754"/>
                  <a:pt x="7434633" y="3702194"/>
                </a:cubicBezTo>
                <a:lnTo>
                  <a:pt x="6090435" y="5147107"/>
                </a:lnTo>
                <a:lnTo>
                  <a:pt x="4502031" y="6854524"/>
                </a:lnTo>
                <a:lnTo>
                  <a:pt x="4502031" y="6862528"/>
                </a:lnTo>
                <a:lnTo>
                  <a:pt x="4494584" y="6862528"/>
                </a:lnTo>
                <a:lnTo>
                  <a:pt x="4494310" y="6862823"/>
                </a:lnTo>
                <a:lnTo>
                  <a:pt x="4494310" y="6862528"/>
                </a:lnTo>
                <a:lnTo>
                  <a:pt x="640080" y="6862528"/>
                </a:lnTo>
                <a:lnTo>
                  <a:pt x="640080" y="6862824"/>
                </a:lnTo>
                <a:lnTo>
                  <a:pt x="0" y="6862824"/>
                </a:lnTo>
                <a:lnTo>
                  <a:pt x="0" y="295"/>
                </a:lnTo>
                <a:lnTo>
                  <a:pt x="640080" y="295"/>
                </a:lnTo>
                <a:lnTo>
                  <a:pt x="640080" y="4528"/>
                </a:lnTo>
                <a:lnTo>
                  <a:pt x="4494310" y="4528"/>
                </a:lnTo>
                <a:close/>
              </a:path>
            </a:pathLst>
          </a:custGeom>
          <a:solidFill>
            <a:srgbClr val="242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8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729ECBC-35CD-8D5E-B30A-3DB97578FC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7364836"/>
              </p:ext>
            </p:extLst>
          </p:nvPr>
        </p:nvGraphicFramePr>
        <p:xfrm>
          <a:off x="758643" y="1969731"/>
          <a:ext cx="5098005" cy="3331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20A088-4341-4E8F-B785-B40D8EADB4F5}"/>
              </a:ext>
            </a:extLst>
          </p:cNvPr>
          <p:cNvSpPr txBox="1"/>
          <p:nvPr/>
        </p:nvSpPr>
        <p:spPr>
          <a:xfrm>
            <a:off x="0" y="-1579795"/>
            <a:ext cx="1856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1. Inserting charts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46167-1741-2823-FF7D-2AD4C3E3DC95}"/>
              </a:ext>
            </a:extLst>
          </p:cNvPr>
          <p:cNvSpPr txBox="1"/>
          <p:nvPr/>
        </p:nvSpPr>
        <p:spPr>
          <a:xfrm>
            <a:off x="0" y="-1210463"/>
            <a:ext cx="416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2. Selecting Data (by filtering or selection)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366CA-D7F3-50EE-BFE8-1536358060A1}"/>
              </a:ext>
            </a:extLst>
          </p:cNvPr>
          <p:cNvSpPr txBox="1"/>
          <p:nvPr/>
        </p:nvSpPr>
        <p:spPr>
          <a:xfrm>
            <a:off x="0" y="-841131"/>
            <a:ext cx="217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3. Chart components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FFBEE-1029-2B60-E3F7-550BAEBD0559}"/>
              </a:ext>
            </a:extLst>
          </p:cNvPr>
          <p:cNvSpPr txBox="1"/>
          <p:nvPr/>
        </p:nvSpPr>
        <p:spPr>
          <a:xfrm>
            <a:off x="0" y="-513867"/>
            <a:ext cx="5073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4. Specific options (Click on AXIS, click on a SERIES)</a:t>
            </a:r>
            <a:endParaRPr lang="en-US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FF45C7DC-A3E0-0B08-4D17-33997EF12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4391618"/>
              </p:ext>
            </p:extLst>
          </p:nvPr>
        </p:nvGraphicFramePr>
        <p:xfrm>
          <a:off x="6211747" y="1969730"/>
          <a:ext cx="5056959" cy="3331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8593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A9CF855-9C27-285F-21E3-3D7887412EFE}"/>
              </a:ext>
            </a:extLst>
          </p:cNvPr>
          <p:cNvSpPr txBox="1"/>
          <p:nvPr/>
        </p:nvSpPr>
        <p:spPr>
          <a:xfrm>
            <a:off x="853440" y="349478"/>
            <a:ext cx="2362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</a:rPr>
              <a:t>Align Left</a:t>
            </a:r>
          </a:p>
        </p:txBody>
      </p:sp>
      <p:sp>
        <p:nvSpPr>
          <p:cNvPr id="14" name="Rectangle: Rounded Corners 70">
            <a:extLst>
              <a:ext uri="{FF2B5EF4-FFF2-40B4-BE49-F238E27FC236}">
                <a16:creationId xmlns:a16="http://schemas.microsoft.com/office/drawing/2014/main" id="{AAC96566-5FF7-BD2F-A4D2-92AC197B989B}"/>
              </a:ext>
            </a:extLst>
          </p:cNvPr>
          <p:cNvSpPr/>
          <p:nvPr/>
        </p:nvSpPr>
        <p:spPr>
          <a:xfrm>
            <a:off x="1333835" y="1039351"/>
            <a:ext cx="1378886" cy="1083294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dirty="0"/>
          </a:p>
        </p:txBody>
      </p:sp>
      <p:sp>
        <p:nvSpPr>
          <p:cNvPr id="17" name="Rectangle: Rounded Corners 70">
            <a:extLst>
              <a:ext uri="{FF2B5EF4-FFF2-40B4-BE49-F238E27FC236}">
                <a16:creationId xmlns:a16="http://schemas.microsoft.com/office/drawing/2014/main" id="{A2B1DF3C-8F30-A747-C91F-6FAFAC28C168}"/>
              </a:ext>
            </a:extLst>
          </p:cNvPr>
          <p:cNvSpPr/>
          <p:nvPr/>
        </p:nvSpPr>
        <p:spPr>
          <a:xfrm>
            <a:off x="1610909" y="2590275"/>
            <a:ext cx="1378886" cy="1083294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dirty="0"/>
          </a:p>
        </p:txBody>
      </p:sp>
      <p:sp>
        <p:nvSpPr>
          <p:cNvPr id="18" name="Rectangle: Rounded Corners 70">
            <a:extLst>
              <a:ext uri="{FF2B5EF4-FFF2-40B4-BE49-F238E27FC236}">
                <a16:creationId xmlns:a16="http://schemas.microsoft.com/office/drawing/2014/main" id="{0AFC6421-775D-0B5B-D8F7-F0A02C7C7F0F}"/>
              </a:ext>
            </a:extLst>
          </p:cNvPr>
          <p:cNvSpPr/>
          <p:nvPr/>
        </p:nvSpPr>
        <p:spPr>
          <a:xfrm>
            <a:off x="2510069" y="3717111"/>
            <a:ext cx="1378886" cy="1083294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dirty="0"/>
          </a:p>
        </p:txBody>
      </p:sp>
      <p:sp>
        <p:nvSpPr>
          <p:cNvPr id="19" name="Rectangle: Rounded Corners 70">
            <a:extLst>
              <a:ext uri="{FF2B5EF4-FFF2-40B4-BE49-F238E27FC236}">
                <a16:creationId xmlns:a16="http://schemas.microsoft.com/office/drawing/2014/main" id="{67B54441-C67D-6AB4-11D2-337AD8BA0E57}"/>
              </a:ext>
            </a:extLst>
          </p:cNvPr>
          <p:cNvSpPr/>
          <p:nvPr/>
        </p:nvSpPr>
        <p:spPr>
          <a:xfrm>
            <a:off x="1532356" y="5034241"/>
            <a:ext cx="1378886" cy="1083294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87FE9F-7FF1-0256-9FEB-A024ED49BA89}"/>
              </a:ext>
            </a:extLst>
          </p:cNvPr>
          <p:cNvSpPr txBox="1"/>
          <p:nvPr/>
        </p:nvSpPr>
        <p:spPr>
          <a:xfrm>
            <a:off x="6015713" y="2539359"/>
            <a:ext cx="1547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Text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330C4D-F797-6704-67BF-E161D0E19CD6}"/>
              </a:ext>
            </a:extLst>
          </p:cNvPr>
          <p:cNvSpPr txBox="1"/>
          <p:nvPr/>
        </p:nvSpPr>
        <p:spPr>
          <a:xfrm>
            <a:off x="7306625" y="2736502"/>
            <a:ext cx="1547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Text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1C9262-6E95-88FB-399B-38A5097D42CB}"/>
              </a:ext>
            </a:extLst>
          </p:cNvPr>
          <p:cNvSpPr txBox="1"/>
          <p:nvPr/>
        </p:nvSpPr>
        <p:spPr>
          <a:xfrm>
            <a:off x="9120185" y="2562847"/>
            <a:ext cx="1547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Text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2180E-3B34-5D40-D219-DF0C5A253D00}"/>
              </a:ext>
            </a:extLst>
          </p:cNvPr>
          <p:cNvSpPr txBox="1"/>
          <p:nvPr/>
        </p:nvSpPr>
        <p:spPr>
          <a:xfrm>
            <a:off x="10668000" y="2736501"/>
            <a:ext cx="1547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Text 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97670E-0F80-14FF-4CA3-9A27BC4BA784}"/>
              </a:ext>
            </a:extLst>
          </p:cNvPr>
          <p:cNvSpPr txBox="1"/>
          <p:nvPr/>
        </p:nvSpPr>
        <p:spPr>
          <a:xfrm>
            <a:off x="8495964" y="393020"/>
            <a:ext cx="2362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</a:rPr>
              <a:t>Align Top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07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  <p:bldP spid="17" grpId="0" animBg="1"/>
      <p:bldP spid="18" grpId="0" animBg="1"/>
      <p:bldP spid="19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A9CF855-9C27-285F-21E3-3D7887412EFE}"/>
              </a:ext>
            </a:extLst>
          </p:cNvPr>
          <p:cNvSpPr txBox="1"/>
          <p:nvPr/>
        </p:nvSpPr>
        <p:spPr>
          <a:xfrm>
            <a:off x="274321" y="349478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</a:rPr>
              <a:t>Distribute vetically</a:t>
            </a:r>
          </a:p>
        </p:txBody>
      </p:sp>
      <p:sp>
        <p:nvSpPr>
          <p:cNvPr id="14" name="Rectangle: Rounded Corners 70">
            <a:extLst>
              <a:ext uri="{FF2B5EF4-FFF2-40B4-BE49-F238E27FC236}">
                <a16:creationId xmlns:a16="http://schemas.microsoft.com/office/drawing/2014/main" id="{AAC96566-5FF7-BD2F-A4D2-92AC197B989B}"/>
              </a:ext>
            </a:extLst>
          </p:cNvPr>
          <p:cNvSpPr/>
          <p:nvPr/>
        </p:nvSpPr>
        <p:spPr>
          <a:xfrm>
            <a:off x="1333835" y="1570149"/>
            <a:ext cx="1378886" cy="552496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dirty="0"/>
          </a:p>
        </p:txBody>
      </p:sp>
      <p:sp>
        <p:nvSpPr>
          <p:cNvPr id="17" name="Rectangle: Rounded Corners 70">
            <a:extLst>
              <a:ext uri="{FF2B5EF4-FFF2-40B4-BE49-F238E27FC236}">
                <a16:creationId xmlns:a16="http://schemas.microsoft.com/office/drawing/2014/main" id="{A2B1DF3C-8F30-A747-C91F-6FAFAC28C168}"/>
              </a:ext>
            </a:extLst>
          </p:cNvPr>
          <p:cNvSpPr/>
          <p:nvPr/>
        </p:nvSpPr>
        <p:spPr>
          <a:xfrm>
            <a:off x="1333835" y="3483275"/>
            <a:ext cx="1378886" cy="552496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dirty="0"/>
          </a:p>
        </p:txBody>
      </p:sp>
      <p:sp>
        <p:nvSpPr>
          <p:cNvPr id="18" name="Rectangle: Rounded Corners 70">
            <a:extLst>
              <a:ext uri="{FF2B5EF4-FFF2-40B4-BE49-F238E27FC236}">
                <a16:creationId xmlns:a16="http://schemas.microsoft.com/office/drawing/2014/main" id="{0AFC6421-775D-0B5B-D8F7-F0A02C7C7F0F}"/>
              </a:ext>
            </a:extLst>
          </p:cNvPr>
          <p:cNvSpPr/>
          <p:nvPr/>
        </p:nvSpPr>
        <p:spPr>
          <a:xfrm>
            <a:off x="1333835" y="4247909"/>
            <a:ext cx="1378886" cy="552496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dirty="0"/>
          </a:p>
        </p:txBody>
      </p:sp>
      <p:sp>
        <p:nvSpPr>
          <p:cNvPr id="19" name="Rectangle: Rounded Corners 70">
            <a:extLst>
              <a:ext uri="{FF2B5EF4-FFF2-40B4-BE49-F238E27FC236}">
                <a16:creationId xmlns:a16="http://schemas.microsoft.com/office/drawing/2014/main" id="{67B54441-C67D-6AB4-11D2-337AD8BA0E57}"/>
              </a:ext>
            </a:extLst>
          </p:cNvPr>
          <p:cNvSpPr/>
          <p:nvPr/>
        </p:nvSpPr>
        <p:spPr>
          <a:xfrm>
            <a:off x="1333835" y="5565039"/>
            <a:ext cx="1378886" cy="552496"/>
          </a:xfrm>
          <a:prstGeom prst="roundRect">
            <a:avLst>
              <a:gd name="adj" fmla="val 2608"/>
            </a:avLst>
          </a:prstGeom>
          <a:gradFill>
            <a:gsLst>
              <a:gs pos="100000">
                <a:schemeClr val="accent5"/>
              </a:gs>
              <a:gs pos="0">
                <a:schemeClr val="accent5">
                  <a:lumMod val="75000"/>
                </a:schemeClr>
              </a:gs>
            </a:gsLst>
            <a:lin ang="2700000" scaled="1"/>
          </a:gradFill>
          <a:ln>
            <a:noFill/>
          </a:ln>
          <a:effectLst>
            <a:outerShdw blurRad="762000" dist="723900" dir="5400000" sx="85000" sy="85000" algn="t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87FE9F-7FF1-0256-9FEB-A024ED49BA89}"/>
              </a:ext>
            </a:extLst>
          </p:cNvPr>
          <p:cNvSpPr txBox="1"/>
          <p:nvPr/>
        </p:nvSpPr>
        <p:spPr>
          <a:xfrm>
            <a:off x="5695672" y="2670257"/>
            <a:ext cx="1547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Text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330C4D-F797-6704-67BF-E161D0E19CD6}"/>
              </a:ext>
            </a:extLst>
          </p:cNvPr>
          <p:cNvSpPr txBox="1"/>
          <p:nvPr/>
        </p:nvSpPr>
        <p:spPr>
          <a:xfrm>
            <a:off x="6986584" y="2670257"/>
            <a:ext cx="1547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Text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1C9262-6E95-88FB-399B-38A5097D42CB}"/>
              </a:ext>
            </a:extLst>
          </p:cNvPr>
          <p:cNvSpPr txBox="1"/>
          <p:nvPr/>
        </p:nvSpPr>
        <p:spPr>
          <a:xfrm>
            <a:off x="8800144" y="2670257"/>
            <a:ext cx="1547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Text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2180E-3B34-5D40-D219-DF0C5A253D00}"/>
              </a:ext>
            </a:extLst>
          </p:cNvPr>
          <p:cNvSpPr txBox="1"/>
          <p:nvPr/>
        </p:nvSpPr>
        <p:spPr>
          <a:xfrm>
            <a:off x="10347959" y="2670257"/>
            <a:ext cx="1547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Text 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97670E-0F80-14FF-4CA3-9A27BC4BA784}"/>
              </a:ext>
            </a:extLst>
          </p:cNvPr>
          <p:cNvSpPr txBox="1"/>
          <p:nvPr/>
        </p:nvSpPr>
        <p:spPr>
          <a:xfrm>
            <a:off x="6096000" y="393020"/>
            <a:ext cx="4876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</a:rPr>
              <a:t>Distribute horizontally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88DFB980-E5E1-A1D7-1708-262ED595EC0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618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11" grpId="0"/>
      <p:bldP spid="14" grpId="0" animBg="1"/>
      <p:bldP spid="17" grpId="0" animBg="1"/>
      <p:bldP spid="18" grpId="0" animBg="1"/>
      <p:bldP spid="19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80B209-7E03-18B5-C564-D2A815D2CBD6}"/>
              </a:ext>
            </a:extLst>
          </p:cNvPr>
          <p:cNvSpPr txBox="1"/>
          <p:nvPr/>
        </p:nvSpPr>
        <p:spPr>
          <a:xfrm>
            <a:off x="1149562" y="2328473"/>
            <a:ext cx="76311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Customizing colors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1308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359316-9646-041F-EAE9-3B60E64F4B3E}"/>
              </a:ext>
            </a:extLst>
          </p:cNvPr>
          <p:cNvSpPr txBox="1"/>
          <p:nvPr/>
        </p:nvSpPr>
        <p:spPr>
          <a:xfrm>
            <a:off x="334777" y="545961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</a:rPr>
              <a:t>Defined color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61921-BEE6-3D1D-EB65-55C34202A060}"/>
              </a:ext>
            </a:extLst>
          </p:cNvPr>
          <p:cNvSpPr txBox="1"/>
          <p:nvPr/>
        </p:nvSpPr>
        <p:spPr>
          <a:xfrm>
            <a:off x="6096000" y="545961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</a:rPr>
              <a:t>Custom color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6ADD3-37D1-1E4E-2B53-9E6DDF0640FF}"/>
              </a:ext>
            </a:extLst>
          </p:cNvPr>
          <p:cNvSpPr/>
          <p:nvPr/>
        </p:nvSpPr>
        <p:spPr>
          <a:xfrm>
            <a:off x="408080" y="2047955"/>
            <a:ext cx="1073098" cy="10126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43CBF3-C8F6-F283-85FC-F07FE17DFB2E}"/>
              </a:ext>
            </a:extLst>
          </p:cNvPr>
          <p:cNvSpPr/>
          <p:nvPr/>
        </p:nvSpPr>
        <p:spPr>
          <a:xfrm>
            <a:off x="2037877" y="2047954"/>
            <a:ext cx="1073098" cy="10126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91DC9E-2F65-7B3A-F9E0-DAA8C5C178E9}"/>
              </a:ext>
            </a:extLst>
          </p:cNvPr>
          <p:cNvSpPr/>
          <p:nvPr/>
        </p:nvSpPr>
        <p:spPr>
          <a:xfrm>
            <a:off x="3667674" y="2047954"/>
            <a:ext cx="1073098" cy="10126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34CB9-F39D-E56C-DADF-CBB926B857F5}"/>
              </a:ext>
            </a:extLst>
          </p:cNvPr>
          <p:cNvSpPr txBox="1"/>
          <p:nvPr/>
        </p:nvSpPr>
        <p:spPr>
          <a:xfrm>
            <a:off x="408079" y="1540947"/>
            <a:ext cx="1073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Accent#1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5ED4D-74F2-787D-48A4-CFD66F2A8E51}"/>
              </a:ext>
            </a:extLst>
          </p:cNvPr>
          <p:cNvSpPr txBox="1"/>
          <p:nvPr/>
        </p:nvSpPr>
        <p:spPr>
          <a:xfrm>
            <a:off x="1914444" y="1540947"/>
            <a:ext cx="131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Accent#2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4F388-311F-497C-FF2D-601C9BDF6306}"/>
              </a:ext>
            </a:extLst>
          </p:cNvPr>
          <p:cNvSpPr txBox="1"/>
          <p:nvPr/>
        </p:nvSpPr>
        <p:spPr>
          <a:xfrm>
            <a:off x="3623591" y="1540947"/>
            <a:ext cx="131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Accent#3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B98D02-65D4-48C3-CA25-678FE90B7F64}"/>
              </a:ext>
            </a:extLst>
          </p:cNvPr>
          <p:cNvSpPr txBox="1"/>
          <p:nvPr/>
        </p:nvSpPr>
        <p:spPr>
          <a:xfrm>
            <a:off x="6110106" y="1421294"/>
            <a:ext cx="1551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Custom #1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43A124-4BA0-558C-A394-361582F4D8A3}"/>
              </a:ext>
            </a:extLst>
          </p:cNvPr>
          <p:cNvSpPr txBox="1"/>
          <p:nvPr/>
        </p:nvSpPr>
        <p:spPr>
          <a:xfrm>
            <a:off x="7661816" y="1421294"/>
            <a:ext cx="1551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Custom #2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68F42B-F689-20E4-260A-EE7989E550CB}"/>
              </a:ext>
            </a:extLst>
          </p:cNvPr>
          <p:cNvSpPr txBox="1"/>
          <p:nvPr/>
        </p:nvSpPr>
        <p:spPr>
          <a:xfrm>
            <a:off x="9052307" y="1421294"/>
            <a:ext cx="1551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Custom #3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535D37-9A7C-B674-BAD9-FF8EC20164C5}"/>
              </a:ext>
            </a:extLst>
          </p:cNvPr>
          <p:cNvSpPr/>
          <p:nvPr/>
        </p:nvSpPr>
        <p:spPr>
          <a:xfrm>
            <a:off x="6378132" y="2047955"/>
            <a:ext cx="1073098" cy="1012641"/>
          </a:xfrm>
          <a:prstGeom prst="rect">
            <a:avLst/>
          </a:prstGeom>
          <a:solidFill>
            <a:srgbClr val="EE10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68923A-F895-C4A5-5FE6-54C6FF9AC91D}"/>
              </a:ext>
            </a:extLst>
          </p:cNvPr>
          <p:cNvSpPr/>
          <p:nvPr/>
        </p:nvSpPr>
        <p:spPr>
          <a:xfrm>
            <a:off x="8007929" y="2047954"/>
            <a:ext cx="1073098" cy="1012641"/>
          </a:xfrm>
          <a:prstGeom prst="rect">
            <a:avLst/>
          </a:prstGeom>
          <a:solidFill>
            <a:srgbClr val="D75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698544-9790-7B1C-A350-D1C1B6B2E8C5}"/>
              </a:ext>
            </a:extLst>
          </p:cNvPr>
          <p:cNvSpPr/>
          <p:nvPr/>
        </p:nvSpPr>
        <p:spPr>
          <a:xfrm>
            <a:off x="9637726" y="2047954"/>
            <a:ext cx="1073098" cy="1012641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2552FE-2847-087E-E611-D00CF83D19E4}"/>
              </a:ext>
            </a:extLst>
          </p:cNvPr>
          <p:cNvGrpSpPr/>
          <p:nvPr/>
        </p:nvGrpSpPr>
        <p:grpSpPr>
          <a:xfrm>
            <a:off x="12524510" y="0"/>
            <a:ext cx="676104" cy="1911122"/>
            <a:chOff x="12232176" y="-19179"/>
            <a:chExt cx="1074736" cy="303792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C1A7F0F-6E2E-1335-3B2C-E0732E2BDF29}"/>
                </a:ext>
              </a:extLst>
            </p:cNvPr>
            <p:cNvSpPr/>
            <p:nvPr/>
          </p:nvSpPr>
          <p:spPr>
            <a:xfrm>
              <a:off x="12232176" y="2006103"/>
              <a:ext cx="1073098" cy="10126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16B2926-4458-D09D-02C3-332F57AFFE00}"/>
                </a:ext>
              </a:extLst>
            </p:cNvPr>
            <p:cNvSpPr/>
            <p:nvPr/>
          </p:nvSpPr>
          <p:spPr>
            <a:xfrm>
              <a:off x="12233814" y="993462"/>
              <a:ext cx="1073098" cy="101264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E6F7C0-5ACA-7D72-B94E-85F7ABD48E38}"/>
                </a:ext>
              </a:extLst>
            </p:cNvPr>
            <p:cNvSpPr/>
            <p:nvPr/>
          </p:nvSpPr>
          <p:spPr>
            <a:xfrm>
              <a:off x="12233814" y="-19179"/>
              <a:ext cx="1073098" cy="101264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7B67C61-530C-FB5E-E3AF-0C1A3249BFCE}"/>
              </a:ext>
            </a:extLst>
          </p:cNvPr>
          <p:cNvSpPr txBox="1"/>
          <p:nvPr/>
        </p:nvSpPr>
        <p:spPr>
          <a:xfrm>
            <a:off x="1513422" y="4439890"/>
            <a:ext cx="8971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solidFill>
                  <a:schemeClr val="bg1"/>
                </a:solidFill>
              </a:rPr>
              <a:t>Consider what you use your presentation for. Designs, graphs, a video?</a:t>
            </a:r>
          </a:p>
        </p:txBody>
      </p:sp>
    </p:spTree>
    <p:extLst>
      <p:ext uri="{BB962C8B-B14F-4D97-AF65-F5344CB8AC3E}">
        <p14:creationId xmlns:p14="http://schemas.microsoft.com/office/powerpoint/2010/main" val="407868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80B209-7E03-18B5-C564-D2A815D2CBD6}"/>
              </a:ext>
            </a:extLst>
          </p:cNvPr>
          <p:cNvSpPr txBox="1"/>
          <p:nvPr/>
        </p:nvSpPr>
        <p:spPr>
          <a:xfrm>
            <a:off x="1149562" y="2328473"/>
            <a:ext cx="76311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Templates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9631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B3DBBF-3290-3C97-E6BF-5AF22942FE83}"/>
              </a:ext>
            </a:extLst>
          </p:cNvPr>
          <p:cNvSpPr txBox="1"/>
          <p:nvPr/>
        </p:nvSpPr>
        <p:spPr>
          <a:xfrm>
            <a:off x="1149562" y="2328473"/>
            <a:ext cx="76311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Layouts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207AC-0A3A-E84A-0B3A-095BBDCC48BB}"/>
              </a:ext>
            </a:extLst>
          </p:cNvPr>
          <p:cNvSpPr txBox="1"/>
          <p:nvPr/>
        </p:nvSpPr>
        <p:spPr>
          <a:xfrm>
            <a:off x="1149562" y="3436469"/>
            <a:ext cx="7631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dirty="0">
                <a:solidFill>
                  <a:schemeClr val="bg1"/>
                </a:solidFill>
              </a:rPr>
              <a:t>Let’s design 2 simple ones</a:t>
            </a:r>
          </a:p>
        </p:txBody>
      </p:sp>
    </p:spTree>
    <p:extLst>
      <p:ext uri="{BB962C8B-B14F-4D97-AF65-F5344CB8AC3E}">
        <p14:creationId xmlns:p14="http://schemas.microsoft.com/office/powerpoint/2010/main" val="404857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1.2|1|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1.2|0.9|1.1"/>
</p:tagLst>
</file>

<file path=ppt/theme/theme1.xml><?xml version="1.0" encoding="utf-8"?>
<a:theme xmlns:a="http://schemas.openxmlformats.org/drawingml/2006/main" name="1_Office Theme">
  <a:themeElements>
    <a:clrScheme name="Custom 36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D2B65"/>
      </a:accent1>
      <a:accent2>
        <a:srgbClr val="CE0EFC"/>
      </a:accent2>
      <a:accent3>
        <a:srgbClr val="FED159"/>
      </a:accent3>
      <a:accent4>
        <a:srgbClr val="6215CF"/>
      </a:accent4>
      <a:accent5>
        <a:srgbClr val="22DDAD"/>
      </a:accent5>
      <a:accent6>
        <a:srgbClr val="0939C7"/>
      </a:accent6>
      <a:hlink>
        <a:srgbClr val="70AC46"/>
      </a:hlink>
      <a:folHlink>
        <a:srgbClr val="954F72"/>
      </a:folHlink>
    </a:clrScheme>
    <a:fontScheme name="League Spartan (ExtraB + Regular)">
      <a:majorFont>
        <a:latin typeface="League Spartan ExtraBold"/>
        <a:ea typeface=""/>
        <a:cs typeface=""/>
      </a:majorFont>
      <a:minorFont>
        <a:latin typeface="League Spart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1201</TotalTime>
  <Words>126</Words>
  <Application>Microsoft Office PowerPoint</Application>
  <PresentationFormat>Widescreen</PresentationFormat>
  <Paragraphs>36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League Spartan Black</vt:lpstr>
      <vt:lpstr>Arial</vt:lpstr>
      <vt:lpstr>Calibri</vt:lpstr>
      <vt:lpstr>League Spartan</vt:lpstr>
      <vt:lpstr>League Spartan ExtraBold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P</dc:creator>
  <cp:lastModifiedBy>Andrew P</cp:lastModifiedBy>
  <cp:revision>63</cp:revision>
  <dcterms:created xsi:type="dcterms:W3CDTF">2023-01-10T09:29:02Z</dcterms:created>
  <dcterms:modified xsi:type="dcterms:W3CDTF">2023-02-27T10:00:54Z</dcterms:modified>
</cp:coreProperties>
</file>