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6"/>
  </p:notesMasterIdLst>
  <p:sldIdLst>
    <p:sldId id="322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0" r:id="rId12"/>
    <p:sldId id="333" r:id="rId13"/>
    <p:sldId id="334" r:id="rId14"/>
    <p:sldId id="335" r:id="rId15"/>
    <p:sldId id="343" r:id="rId16"/>
    <p:sldId id="344" r:id="rId17"/>
    <p:sldId id="341" r:id="rId18"/>
    <p:sldId id="336" r:id="rId19"/>
    <p:sldId id="337" r:id="rId20"/>
    <p:sldId id="338" r:id="rId21"/>
    <p:sldId id="339" r:id="rId22"/>
    <p:sldId id="345" r:id="rId23"/>
    <p:sldId id="342" r:id="rId24"/>
    <p:sldId id="340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eague Spartan" pitchFamily="2" charset="-18"/>
      <p:regular r:id="rId31"/>
      <p:bold r:id="rId32"/>
    </p:embeddedFont>
    <p:embeddedFont>
      <p:font typeface="League Spartan Black" pitchFamily="2" charset="-18"/>
      <p:bold r:id="rId33"/>
    </p:embeddedFont>
    <p:embeddedFont>
      <p:font typeface="League Spartan ExtraBold" pitchFamily="2" charset="-18"/>
      <p:bold r:id="rId34"/>
    </p:embeddedFont>
    <p:embeddedFont>
      <p:font typeface="Open Sans Light" panose="020B0306030504020204" pitchFamily="34" charset="0"/>
      <p:regular r:id="rId35"/>
      <p: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Animations" id="{A41D8667-7CE1-4174-80F8-797E6B73F4FA}">
          <p14:sldIdLst>
            <p14:sldId id="322"/>
            <p14:sldId id="323"/>
          </p14:sldIdLst>
        </p14:section>
        <p14:section name="Multiple Animations" id="{E94812BB-732C-4394-B024-F30F7829CDA6}">
          <p14:sldIdLst>
            <p14:sldId id="324"/>
            <p14:sldId id="325"/>
          </p14:sldIdLst>
        </p14:section>
        <p14:section name="Types of Animations" id="{4FF8950D-4C8E-4FFC-81D4-08D9A2FFCDCB}">
          <p14:sldIdLst>
            <p14:sldId id="326"/>
            <p14:sldId id="327"/>
          </p14:sldIdLst>
        </p14:section>
        <p14:section name="Animation Options" id="{E8BBDCB9-33A1-41E8-8248-A5B4A044004A}">
          <p14:sldIdLst>
            <p14:sldId id="328"/>
            <p14:sldId id="329"/>
          </p14:sldIdLst>
        </p14:section>
        <p14:section name="Animation Project #1" id="{891E1240-71CE-4A78-BCEE-FA7F0EA27396}">
          <p14:sldIdLst>
            <p14:sldId id="331"/>
            <p14:sldId id="332"/>
          </p14:sldIdLst>
        </p14:section>
        <p14:section name="Transitions" id="{A624F137-2370-4DE7-BD0C-F6C00E6ED9D0}">
          <p14:sldIdLst>
            <p14:sldId id="330"/>
            <p14:sldId id="333"/>
            <p14:sldId id="334"/>
            <p14:sldId id="335"/>
          </p14:sldIdLst>
        </p14:section>
        <p14:section name="Animation Project #2" id="{F4492CE4-7529-4386-94DC-948AA4237B50}">
          <p14:sldIdLst>
            <p14:sldId id="343"/>
            <p14:sldId id="344"/>
          </p14:sldIdLst>
        </p14:section>
        <p14:section name="MORPH Transition" id="{547DD056-6FA9-43C6-A73A-263AB9B7AFD2}">
          <p14:sldIdLst>
            <p14:sldId id="341"/>
            <p14:sldId id="336"/>
            <p14:sldId id="337"/>
            <p14:sldId id="338"/>
            <p14:sldId id="339"/>
            <p14:sldId id="345"/>
          </p14:sldIdLst>
        </p14:section>
        <p14:section name="ZOOM Feature" id="{CDE219BA-9286-40DD-A5B1-77002072E5CB}">
          <p14:sldIdLst>
            <p14:sldId id="342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C39"/>
    <a:srgbClr val="005E5E"/>
    <a:srgbClr val="22DDAD"/>
    <a:srgbClr val="1FC99D"/>
    <a:srgbClr val="FEC526"/>
    <a:srgbClr val="FEC934"/>
    <a:srgbClr val="C30BEF"/>
    <a:srgbClr val="E2245D"/>
    <a:srgbClr val="3D176B"/>
    <a:srgbClr val="FECE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43" autoAdjust="0"/>
    <p:restoredTop sz="88157" autoAdjust="0"/>
  </p:normalViewPr>
  <p:slideViewPr>
    <p:cSldViewPr snapToGrid="0">
      <p:cViewPr>
        <p:scale>
          <a:sx n="66" d="100"/>
          <a:sy n="66" d="100"/>
        </p:scale>
        <p:origin x="2040" y="1200"/>
      </p:cViewPr>
      <p:guideLst>
        <p:guide pos="3840"/>
        <p:guide orient="horz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8D5C7-F2FE-499A-8306-C5D4748B0E5C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62AE8-207B-46DC-9570-06107ED04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3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B91-CCB2-22F8-03BB-8275E088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4868-D2BD-949A-D26A-EC60237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73DA-94A7-ED45-906B-58627330AA1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77508-928F-3A49-0A05-2BFE649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72559-2F82-A281-3C69-BFD43C2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6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1B05-1C3E-7A69-F777-FAC51738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DFBE-09FF-A522-4A79-5631660DA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79D7-F27C-8ADA-4101-4ECEF6C6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B53E-68FC-4071-83A8-9072F46AFEEF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26FB-46AB-7FBD-3E8B-3EC13810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08C88-BB16-3F87-513C-90FCC2A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A7075-FAB6-42DC-A6F1-4F0CF8B8DF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16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60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265764-BFA9-C6F2-27E5-A3AD700BFDF1}"/>
              </a:ext>
            </a:extLst>
          </p:cNvPr>
          <p:cNvGrpSpPr/>
          <p:nvPr userDrawn="1"/>
        </p:nvGrpSpPr>
        <p:grpSpPr>
          <a:xfrm flipH="1">
            <a:off x="0" y="0"/>
            <a:ext cx="10151692" cy="6858000"/>
            <a:chOff x="2040308" y="0"/>
            <a:chExt cx="10151692" cy="685800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028AC3B5-E7F7-8891-0162-18A7A6798712}"/>
                </a:ext>
              </a:extLst>
            </p:cNvPr>
            <p:cNvSpPr/>
            <p:nvPr userDrawn="1"/>
          </p:nvSpPr>
          <p:spPr>
            <a:xfrm>
              <a:off x="2040308" y="0"/>
              <a:ext cx="10151692" cy="6858000"/>
            </a:xfrm>
            <a:custGeom>
              <a:avLst/>
              <a:gdLst>
                <a:gd name="connsiteX0" fmla="*/ 1079382 w 10151692"/>
                <a:gd name="connsiteY0" fmla="*/ 0 h 6858000"/>
                <a:gd name="connsiteX1" fmla="*/ 10151692 w 10151692"/>
                <a:gd name="connsiteY1" fmla="*/ 0 h 6858000"/>
                <a:gd name="connsiteX2" fmla="*/ 10151692 w 10151692"/>
                <a:gd name="connsiteY2" fmla="*/ 6858000 h 6858000"/>
                <a:gd name="connsiteX3" fmla="*/ 1079382 w 10151692"/>
                <a:gd name="connsiteY3" fmla="*/ 6858000 h 6858000"/>
                <a:gd name="connsiteX4" fmla="*/ 1023344 w 10151692"/>
                <a:gd name="connsiteY4" fmla="*/ 6779198 h 6858000"/>
                <a:gd name="connsiteX5" fmla="*/ 0 w 10151692"/>
                <a:gd name="connsiteY5" fmla="*/ 3429000 h 6858000"/>
                <a:gd name="connsiteX6" fmla="*/ 1023344 w 10151692"/>
                <a:gd name="connsiteY6" fmla="*/ 788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51692" h="6858000">
                  <a:moveTo>
                    <a:pt x="1079382" y="0"/>
                  </a:moveTo>
                  <a:lnTo>
                    <a:pt x="10151692" y="0"/>
                  </a:lnTo>
                  <a:lnTo>
                    <a:pt x="10151692" y="6858000"/>
                  </a:lnTo>
                  <a:lnTo>
                    <a:pt x="1079382" y="6858000"/>
                  </a:lnTo>
                  <a:lnTo>
                    <a:pt x="1023344" y="6779198"/>
                  </a:lnTo>
                  <a:cubicBezTo>
                    <a:pt x="377258" y="5822864"/>
                    <a:pt x="0" y="4669989"/>
                    <a:pt x="0" y="3429000"/>
                  </a:cubicBezTo>
                  <a:cubicBezTo>
                    <a:pt x="0" y="2188012"/>
                    <a:pt x="377258" y="1035136"/>
                    <a:pt x="1023344" y="7880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3477438-0A23-190F-E184-A0F3AD4B6FBE}"/>
                </a:ext>
              </a:extLst>
            </p:cNvPr>
            <p:cNvSpPr/>
            <p:nvPr userDrawn="1"/>
          </p:nvSpPr>
          <p:spPr>
            <a:xfrm>
              <a:off x="4177964" y="0"/>
              <a:ext cx="7708736" cy="6858000"/>
            </a:xfrm>
            <a:custGeom>
              <a:avLst/>
              <a:gdLst>
                <a:gd name="connsiteX0" fmla="*/ 2094921 w 7708736"/>
                <a:gd name="connsiteY0" fmla="*/ 0 h 6858000"/>
                <a:gd name="connsiteX1" fmla="*/ 5613815 w 7708736"/>
                <a:gd name="connsiteY1" fmla="*/ 0 h 6858000"/>
                <a:gd name="connsiteX2" fmla="*/ 5691589 w 7708736"/>
                <a:gd name="connsiteY2" fmla="*/ 39833 h 6858000"/>
                <a:gd name="connsiteX3" fmla="*/ 7708736 w 7708736"/>
                <a:gd name="connsiteY3" fmla="*/ 3429000 h 6858000"/>
                <a:gd name="connsiteX4" fmla="*/ 5691589 w 7708736"/>
                <a:gd name="connsiteY4" fmla="*/ 6818167 h 6858000"/>
                <a:gd name="connsiteX5" fmla="*/ 5613815 w 7708736"/>
                <a:gd name="connsiteY5" fmla="*/ 6858000 h 6858000"/>
                <a:gd name="connsiteX6" fmla="*/ 2094921 w 7708736"/>
                <a:gd name="connsiteY6" fmla="*/ 6858000 h 6858000"/>
                <a:gd name="connsiteX7" fmla="*/ 2017148 w 7708736"/>
                <a:gd name="connsiteY7" fmla="*/ 6818167 h 6858000"/>
                <a:gd name="connsiteX8" fmla="*/ 0 w 7708736"/>
                <a:gd name="connsiteY8" fmla="*/ 3429000 h 6858000"/>
                <a:gd name="connsiteX9" fmla="*/ 2017148 w 7708736"/>
                <a:gd name="connsiteY9" fmla="*/ 398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08736" h="6858000">
                  <a:moveTo>
                    <a:pt x="2094921" y="0"/>
                  </a:moveTo>
                  <a:lnTo>
                    <a:pt x="5613815" y="0"/>
                  </a:lnTo>
                  <a:lnTo>
                    <a:pt x="5691589" y="39833"/>
                  </a:lnTo>
                  <a:cubicBezTo>
                    <a:pt x="6893092" y="692529"/>
                    <a:pt x="7708736" y="1965513"/>
                    <a:pt x="7708736" y="3429000"/>
                  </a:cubicBezTo>
                  <a:cubicBezTo>
                    <a:pt x="7708736" y="4892488"/>
                    <a:pt x="6893092" y="6165471"/>
                    <a:pt x="5691589" y="6818167"/>
                  </a:cubicBezTo>
                  <a:lnTo>
                    <a:pt x="5613815" y="6858000"/>
                  </a:lnTo>
                  <a:lnTo>
                    <a:pt x="2094921" y="6858000"/>
                  </a:lnTo>
                  <a:lnTo>
                    <a:pt x="2017148" y="6818167"/>
                  </a:lnTo>
                  <a:cubicBezTo>
                    <a:pt x="815644" y="6165471"/>
                    <a:pt x="0" y="4892488"/>
                    <a:pt x="0" y="3429000"/>
                  </a:cubicBezTo>
                  <a:cubicBezTo>
                    <a:pt x="0" y="1965513"/>
                    <a:pt x="815644" y="692529"/>
                    <a:pt x="2017148" y="3983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939A1E9-B0B9-B308-ACBA-29215CF0545E}"/>
                </a:ext>
              </a:extLst>
            </p:cNvPr>
            <p:cNvSpPr/>
            <p:nvPr userDrawn="1"/>
          </p:nvSpPr>
          <p:spPr>
            <a:xfrm>
              <a:off x="6033071" y="1429739"/>
              <a:ext cx="3998522" cy="3998522"/>
            </a:xfrm>
            <a:prstGeom prst="ellipse">
              <a:avLst/>
            </a:pr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402899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5D73BAF-76D5-A8ED-7530-9D892B6920B4}"/>
              </a:ext>
            </a:extLst>
          </p:cNvPr>
          <p:cNvSpPr/>
          <p:nvPr userDrawn="1"/>
        </p:nvSpPr>
        <p:spPr>
          <a:xfrm rot="10800000" flipV="1">
            <a:off x="-2295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10F20A5-B624-B340-510F-92D66455DE0B}"/>
              </a:ext>
            </a:extLst>
          </p:cNvPr>
          <p:cNvSpPr/>
          <p:nvPr userDrawn="1"/>
        </p:nvSpPr>
        <p:spPr>
          <a:xfrm flipV="1">
            <a:off x="1589649" y="1647953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AB7FA76-DD29-38BC-1B9C-204A70A04E44}"/>
              </a:ext>
            </a:extLst>
          </p:cNvPr>
          <p:cNvSpPr/>
          <p:nvPr userDrawn="1"/>
        </p:nvSpPr>
        <p:spPr>
          <a:xfrm flipV="1">
            <a:off x="9144218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3379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A8D8D06B-3458-D12C-BC7F-7FDA8694A5ED}"/>
              </a:ext>
            </a:extLst>
          </p:cNvPr>
          <p:cNvSpPr/>
          <p:nvPr userDrawn="1"/>
        </p:nvSpPr>
        <p:spPr>
          <a:xfrm rot="10800000">
            <a:off x="-2295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1E9593-49AF-5D02-ACE8-5E99ADF41AAE}"/>
              </a:ext>
            </a:extLst>
          </p:cNvPr>
          <p:cNvSpPr/>
          <p:nvPr userDrawn="1"/>
        </p:nvSpPr>
        <p:spPr>
          <a:xfrm>
            <a:off x="1589649" y="2238504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9807B9B-DE40-7E29-A492-0E156C4FD095}"/>
              </a:ext>
            </a:extLst>
          </p:cNvPr>
          <p:cNvSpPr/>
          <p:nvPr userDrawn="1"/>
        </p:nvSpPr>
        <p:spPr>
          <a:xfrm>
            <a:off x="9144218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2170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A1380-8EA2-BAF4-DF35-9AE5DE08F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8BF-0137-BB40-8543-83067E7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040F-77F5-B346-9269-E2DB7015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A2DD-11B9-644E-AFEB-69DEE5DF0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73DA-94A7-ED45-906B-58627330AA1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59B5-9BDC-B84E-8F57-2DFBE78C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A851-907A-A949-AD33-AB19F5F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8" r:id="rId2"/>
    <p:sldLayoutId id="2147483702" r:id="rId3"/>
    <p:sldLayoutId id="2147483699" r:id="rId4"/>
    <p:sldLayoutId id="2147483696" r:id="rId5"/>
    <p:sldLayoutId id="214748370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151" userDrawn="1">
          <p15:clr>
            <a:srgbClr val="5ACBF0"/>
          </p15:clr>
        </p15:guide>
        <p15:guide id="4" pos="529" userDrawn="1">
          <p15:clr>
            <a:srgbClr val="5ACBF0"/>
          </p15:clr>
        </p15:guide>
        <p15:guide id="5" pos="4089" userDrawn="1">
          <p15:clr>
            <a:srgbClr val="5ACBF0"/>
          </p15:clr>
        </p15:guide>
        <p15:guide id="6" pos="359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Main Animations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056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D2020-1275-25BE-DB7B-5CFC675E2C37}"/>
              </a:ext>
            </a:extLst>
          </p:cNvPr>
          <p:cNvGrpSpPr/>
          <p:nvPr/>
        </p:nvGrpSpPr>
        <p:grpSpPr>
          <a:xfrm>
            <a:off x="4334816" y="701047"/>
            <a:ext cx="3522368" cy="1381202"/>
            <a:chOff x="498001" y="2907545"/>
            <a:chExt cx="3522368" cy="13812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2F6DA5-EEA6-01B0-5922-FAE974D63999}"/>
                </a:ext>
              </a:extLst>
            </p:cNvPr>
            <p:cNvSpPr/>
            <p:nvPr/>
          </p:nvSpPr>
          <p:spPr>
            <a:xfrm flipV="1">
              <a:off x="498001" y="2907545"/>
              <a:ext cx="3522368" cy="138120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ADEABC-548E-FC70-2686-27C22101D768}"/>
                </a:ext>
              </a:extLst>
            </p:cNvPr>
            <p:cNvSpPr txBox="1"/>
            <p:nvPr/>
          </p:nvSpPr>
          <p:spPr>
            <a:xfrm>
              <a:off x="639185" y="334627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Animations Tab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F8B9FF-DC86-7CF6-FCDE-70927D14C877}"/>
              </a:ext>
            </a:extLst>
          </p:cNvPr>
          <p:cNvGrpSpPr/>
          <p:nvPr/>
        </p:nvGrpSpPr>
        <p:grpSpPr>
          <a:xfrm>
            <a:off x="4319024" y="2738399"/>
            <a:ext cx="3553953" cy="1381202"/>
            <a:chOff x="3868620" y="3149814"/>
            <a:chExt cx="3553953" cy="13812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AE050B-8ED6-5785-420A-F9738AC82054}"/>
                </a:ext>
              </a:extLst>
            </p:cNvPr>
            <p:cNvSpPr/>
            <p:nvPr/>
          </p:nvSpPr>
          <p:spPr>
            <a:xfrm flipV="1">
              <a:off x="3868620" y="3149814"/>
              <a:ext cx="3553953" cy="138120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E00CBB-3C08-C88D-6AD4-E00EBBFA9A76}"/>
                </a:ext>
              </a:extLst>
            </p:cNvPr>
            <p:cNvSpPr txBox="1"/>
            <p:nvPr/>
          </p:nvSpPr>
          <p:spPr>
            <a:xfrm>
              <a:off x="4025596" y="355036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Types of animations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D98D18-30FF-93C3-FB6F-1F76D127822C}"/>
              </a:ext>
            </a:extLst>
          </p:cNvPr>
          <p:cNvGrpSpPr/>
          <p:nvPr/>
        </p:nvGrpSpPr>
        <p:grpSpPr>
          <a:xfrm>
            <a:off x="4319024" y="4793974"/>
            <a:ext cx="3553953" cy="1381202"/>
            <a:chOff x="8105228" y="2738399"/>
            <a:chExt cx="3553953" cy="138120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80E56F-573B-DF21-4F45-E2080067348F}"/>
                </a:ext>
              </a:extLst>
            </p:cNvPr>
            <p:cNvSpPr/>
            <p:nvPr/>
          </p:nvSpPr>
          <p:spPr>
            <a:xfrm flipV="1">
              <a:off x="8105228" y="2738399"/>
              <a:ext cx="3553953" cy="1381202"/>
            </a:xfrm>
            <a:prstGeom prst="rect">
              <a:avLst/>
            </a:prstGeom>
            <a:gradFill>
              <a:gsLst>
                <a:gs pos="2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4B9314-6B31-F75E-0972-B6C6FF5E3F49}"/>
                </a:ext>
              </a:extLst>
            </p:cNvPr>
            <p:cNvSpPr txBox="1"/>
            <p:nvPr/>
          </p:nvSpPr>
          <p:spPr>
            <a:xfrm>
              <a:off x="8262204" y="3198167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 Pane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8DB2C28-3007-EABB-5D19-27EA69B65745}"/>
              </a:ext>
            </a:extLst>
          </p:cNvPr>
          <p:cNvSpPr/>
          <p:nvPr/>
        </p:nvSpPr>
        <p:spPr>
          <a:xfrm flipV="1">
            <a:off x="3838741" y="430898"/>
            <a:ext cx="4514518" cy="1921499"/>
          </a:xfrm>
          <a:prstGeom prst="rect">
            <a:avLst/>
          </a:prstGeom>
          <a:noFill/>
          <a:ln w="1016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272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Multiple Animations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074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AE050B-8ED6-5785-420A-F9738AC82054}"/>
              </a:ext>
            </a:extLst>
          </p:cNvPr>
          <p:cNvSpPr/>
          <p:nvPr/>
        </p:nvSpPr>
        <p:spPr>
          <a:xfrm flipV="1">
            <a:off x="924561" y="2062480"/>
            <a:ext cx="4338319" cy="27330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D32218-0459-F2B0-46B2-061ED450F779}"/>
              </a:ext>
            </a:extLst>
          </p:cNvPr>
          <p:cNvGrpSpPr/>
          <p:nvPr/>
        </p:nvGrpSpPr>
        <p:grpSpPr>
          <a:xfrm>
            <a:off x="6482081" y="2062480"/>
            <a:ext cx="4338319" cy="2733040"/>
            <a:chOff x="3868620" y="3149814"/>
            <a:chExt cx="3553953" cy="13812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0DCFDB-7EA6-4F25-1E5C-EF8ED0EB11D9}"/>
                </a:ext>
              </a:extLst>
            </p:cNvPr>
            <p:cNvSpPr/>
            <p:nvPr/>
          </p:nvSpPr>
          <p:spPr>
            <a:xfrm flipV="1">
              <a:off x="3868620" y="3149814"/>
              <a:ext cx="3553953" cy="138120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DFEF98-652E-7A11-24B3-05D1B72C9854}"/>
                </a:ext>
              </a:extLst>
            </p:cNvPr>
            <p:cNvSpPr txBox="1"/>
            <p:nvPr/>
          </p:nvSpPr>
          <p:spPr>
            <a:xfrm>
              <a:off x="4025596" y="3443784"/>
              <a:ext cx="3240000" cy="7932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48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Practice </a:t>
              </a:r>
              <a:br>
                <a:rPr lang="pl-PL" sz="48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</a:br>
              <a:r>
                <a:rPr lang="pl-PL" sz="48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531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Types of Animations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412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AE050B-8ED6-5785-420A-F9738AC82054}"/>
              </a:ext>
            </a:extLst>
          </p:cNvPr>
          <p:cNvSpPr/>
          <p:nvPr/>
        </p:nvSpPr>
        <p:spPr>
          <a:xfrm flipV="1">
            <a:off x="1255829" y="2062480"/>
            <a:ext cx="4338319" cy="27330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4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D64E4-97A9-460C-9420-F2536417DBDC}"/>
              </a:ext>
            </a:extLst>
          </p:cNvPr>
          <p:cNvSpPr/>
          <p:nvPr/>
        </p:nvSpPr>
        <p:spPr>
          <a:xfrm rot="10800000" flipV="1">
            <a:off x="6417695" y="2062480"/>
            <a:ext cx="4338319" cy="27330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000" dirty="0"/>
              <a:t>PractIce here</a:t>
            </a:r>
            <a:endParaRPr lang="id-ID" sz="4000" dirty="0"/>
          </a:p>
        </p:txBody>
      </p:sp>
    </p:spTree>
    <p:extLst>
      <p:ext uri="{BB962C8B-B14F-4D97-AF65-F5344CB8AC3E}">
        <p14:creationId xmlns:p14="http://schemas.microsoft.com/office/powerpoint/2010/main" val="44357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0" dur="2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xit" presetSubtype="4" fill="hold" grpId="2" nodeType="withEffect">
                                  <p:stCondLst>
                                    <p:cond delay="3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Animation Options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1652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AE050B-8ED6-5785-420A-F9738AC82054}"/>
              </a:ext>
            </a:extLst>
          </p:cNvPr>
          <p:cNvSpPr/>
          <p:nvPr/>
        </p:nvSpPr>
        <p:spPr>
          <a:xfrm rot="10800000" flipV="1">
            <a:off x="1325880" y="2062480"/>
            <a:ext cx="4338319" cy="27330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000" dirty="0"/>
              <a:t>FLY IN</a:t>
            </a:r>
            <a:endParaRPr lang="id-ID" sz="4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5ED2EA-E402-8FC5-6CC3-27FFC235861A}"/>
              </a:ext>
            </a:extLst>
          </p:cNvPr>
          <p:cNvSpPr/>
          <p:nvPr/>
        </p:nvSpPr>
        <p:spPr>
          <a:xfrm rot="10800000" flipV="1">
            <a:off x="6761480" y="2062480"/>
            <a:ext cx="4338319" cy="27330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000" dirty="0"/>
              <a:t>FLY IN</a:t>
            </a:r>
            <a:endParaRPr lang="id-ID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5231D-C6C5-EE47-658E-4F874AD70A96}"/>
              </a:ext>
            </a:extLst>
          </p:cNvPr>
          <p:cNvSpPr txBox="1"/>
          <p:nvPr/>
        </p:nvSpPr>
        <p:spPr>
          <a:xfrm>
            <a:off x="1152212" y="5074943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Regular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80599-A1D1-4BA4-68D5-9CFDE37A6F4B}"/>
              </a:ext>
            </a:extLst>
          </p:cNvPr>
          <p:cNvSpPr txBox="1"/>
          <p:nvPr/>
        </p:nvSpPr>
        <p:spPr>
          <a:xfrm>
            <a:off x="6719790" y="5074943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Smooth end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05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6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2000">
                                          <p:cBhvr additive="base">
                                            <p:cTn id="1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2000">
                                          <p:cBhvr additive="base">
                                            <p:cTn id="1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2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DB2C28-3007-EABB-5D19-27EA69B65745}"/>
              </a:ext>
            </a:extLst>
          </p:cNvPr>
          <p:cNvSpPr/>
          <p:nvPr/>
        </p:nvSpPr>
        <p:spPr>
          <a:xfrm flipV="1">
            <a:off x="3838741" y="508970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2B08E-0E1A-A584-9F43-AD113406B042}"/>
              </a:ext>
            </a:extLst>
          </p:cNvPr>
          <p:cNvSpPr/>
          <p:nvPr/>
        </p:nvSpPr>
        <p:spPr>
          <a:xfrm flipV="1">
            <a:off x="3838741" y="2545694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7E8CE-9648-6F8D-C62C-A6F4FDEB9EAA}"/>
              </a:ext>
            </a:extLst>
          </p:cNvPr>
          <p:cNvSpPr/>
          <p:nvPr/>
        </p:nvSpPr>
        <p:spPr>
          <a:xfrm flipV="1">
            <a:off x="3838741" y="4590318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D2020-1275-25BE-DB7B-5CFC675E2C37}"/>
              </a:ext>
            </a:extLst>
          </p:cNvPr>
          <p:cNvGrpSpPr/>
          <p:nvPr/>
        </p:nvGrpSpPr>
        <p:grpSpPr>
          <a:xfrm>
            <a:off x="4334816" y="701047"/>
            <a:ext cx="3522368" cy="1381202"/>
            <a:chOff x="498001" y="2907545"/>
            <a:chExt cx="3522368" cy="13812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2F6DA5-EEA6-01B0-5922-FAE974D63999}"/>
                </a:ext>
              </a:extLst>
            </p:cNvPr>
            <p:cNvSpPr/>
            <p:nvPr/>
          </p:nvSpPr>
          <p:spPr>
            <a:xfrm flipV="1">
              <a:off x="498001" y="2907545"/>
              <a:ext cx="3522368" cy="138120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ADEABC-548E-FC70-2686-27C22101D768}"/>
                </a:ext>
              </a:extLst>
            </p:cNvPr>
            <p:cNvSpPr txBox="1"/>
            <p:nvPr/>
          </p:nvSpPr>
          <p:spPr>
            <a:xfrm>
              <a:off x="639185" y="334627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Animations Tab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F8B9FF-DC86-7CF6-FCDE-70927D14C877}"/>
              </a:ext>
            </a:extLst>
          </p:cNvPr>
          <p:cNvGrpSpPr/>
          <p:nvPr/>
        </p:nvGrpSpPr>
        <p:grpSpPr>
          <a:xfrm>
            <a:off x="4319024" y="2738399"/>
            <a:ext cx="3553953" cy="1381202"/>
            <a:chOff x="3868620" y="3149814"/>
            <a:chExt cx="3553953" cy="13812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AE050B-8ED6-5785-420A-F9738AC82054}"/>
                </a:ext>
              </a:extLst>
            </p:cNvPr>
            <p:cNvSpPr/>
            <p:nvPr/>
          </p:nvSpPr>
          <p:spPr>
            <a:xfrm flipV="1">
              <a:off x="3868620" y="3149814"/>
              <a:ext cx="3553953" cy="138120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E00CBB-3C08-C88D-6AD4-E00EBBFA9A76}"/>
                </a:ext>
              </a:extLst>
            </p:cNvPr>
            <p:cNvSpPr txBox="1"/>
            <p:nvPr/>
          </p:nvSpPr>
          <p:spPr>
            <a:xfrm>
              <a:off x="4025596" y="355036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Types of animations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D98D18-30FF-93C3-FB6F-1F76D127822C}"/>
              </a:ext>
            </a:extLst>
          </p:cNvPr>
          <p:cNvGrpSpPr/>
          <p:nvPr/>
        </p:nvGrpSpPr>
        <p:grpSpPr>
          <a:xfrm>
            <a:off x="4319024" y="4793974"/>
            <a:ext cx="3553953" cy="1381202"/>
            <a:chOff x="8105228" y="2738399"/>
            <a:chExt cx="3553953" cy="138120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80E56F-573B-DF21-4F45-E2080067348F}"/>
                </a:ext>
              </a:extLst>
            </p:cNvPr>
            <p:cNvSpPr/>
            <p:nvPr/>
          </p:nvSpPr>
          <p:spPr>
            <a:xfrm flipV="1">
              <a:off x="8105228" y="2738399"/>
              <a:ext cx="3553953" cy="1381202"/>
            </a:xfrm>
            <a:prstGeom prst="rect">
              <a:avLst/>
            </a:prstGeom>
            <a:gradFill>
              <a:gsLst>
                <a:gs pos="2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4B9314-6B31-F75E-0972-B6C6FF5E3F49}"/>
                </a:ext>
              </a:extLst>
            </p:cNvPr>
            <p:cNvSpPr txBox="1"/>
            <p:nvPr/>
          </p:nvSpPr>
          <p:spPr>
            <a:xfrm>
              <a:off x="8262204" y="3198167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 Pane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B0FD25-6693-DDD6-4FC4-D60B68BC0CED}"/>
              </a:ext>
            </a:extLst>
          </p:cNvPr>
          <p:cNvSpPr txBox="1"/>
          <p:nvPr/>
        </p:nvSpPr>
        <p:spPr>
          <a:xfrm>
            <a:off x="376863" y="277999"/>
            <a:ext cx="2320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Ready</a:t>
            </a:r>
          </a:p>
          <a:p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example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5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E76E4BB-E3B6-3912-06C6-A3C5C9EDC094}"/>
              </a:ext>
            </a:extLst>
          </p:cNvPr>
          <p:cNvSpPr/>
          <p:nvPr/>
        </p:nvSpPr>
        <p:spPr>
          <a:xfrm flipV="1">
            <a:off x="3838741" y="508970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C863A3-3FD3-8728-752D-626F54BBB48A}"/>
              </a:ext>
            </a:extLst>
          </p:cNvPr>
          <p:cNvSpPr/>
          <p:nvPr/>
        </p:nvSpPr>
        <p:spPr>
          <a:xfrm flipV="1">
            <a:off x="3838741" y="2545694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72C97-60F1-AF56-ED5B-07C2737E0040}"/>
              </a:ext>
            </a:extLst>
          </p:cNvPr>
          <p:cNvSpPr/>
          <p:nvPr/>
        </p:nvSpPr>
        <p:spPr>
          <a:xfrm flipV="1">
            <a:off x="3838741" y="4590318"/>
            <a:ext cx="4514518" cy="1788511"/>
          </a:xfrm>
          <a:prstGeom prst="rect">
            <a:avLst/>
          </a:prstGeom>
          <a:solidFill>
            <a:schemeClr val="accent3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D2020-1275-25BE-DB7B-5CFC675E2C37}"/>
              </a:ext>
            </a:extLst>
          </p:cNvPr>
          <p:cNvGrpSpPr/>
          <p:nvPr/>
        </p:nvGrpSpPr>
        <p:grpSpPr>
          <a:xfrm>
            <a:off x="4334816" y="701047"/>
            <a:ext cx="3522368" cy="1381202"/>
            <a:chOff x="498001" y="2907545"/>
            <a:chExt cx="3522368" cy="13812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2F6DA5-EEA6-01B0-5922-FAE974D63999}"/>
                </a:ext>
              </a:extLst>
            </p:cNvPr>
            <p:cNvSpPr/>
            <p:nvPr/>
          </p:nvSpPr>
          <p:spPr>
            <a:xfrm flipV="1">
              <a:off x="498001" y="2907545"/>
              <a:ext cx="3522368" cy="138120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ADEABC-548E-FC70-2686-27C22101D768}"/>
                </a:ext>
              </a:extLst>
            </p:cNvPr>
            <p:cNvSpPr txBox="1"/>
            <p:nvPr/>
          </p:nvSpPr>
          <p:spPr>
            <a:xfrm>
              <a:off x="639185" y="334627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Animations Tab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F8B9FF-DC86-7CF6-FCDE-70927D14C877}"/>
              </a:ext>
            </a:extLst>
          </p:cNvPr>
          <p:cNvGrpSpPr/>
          <p:nvPr/>
        </p:nvGrpSpPr>
        <p:grpSpPr>
          <a:xfrm>
            <a:off x="4319024" y="2738399"/>
            <a:ext cx="3553953" cy="1381202"/>
            <a:chOff x="3868620" y="3149814"/>
            <a:chExt cx="3553953" cy="13812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AE050B-8ED6-5785-420A-F9738AC82054}"/>
                </a:ext>
              </a:extLst>
            </p:cNvPr>
            <p:cNvSpPr/>
            <p:nvPr/>
          </p:nvSpPr>
          <p:spPr>
            <a:xfrm flipV="1">
              <a:off x="3868620" y="3149814"/>
              <a:ext cx="3553953" cy="138120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E00CBB-3C08-C88D-6AD4-E00EBBFA9A76}"/>
                </a:ext>
              </a:extLst>
            </p:cNvPr>
            <p:cNvSpPr txBox="1"/>
            <p:nvPr/>
          </p:nvSpPr>
          <p:spPr>
            <a:xfrm>
              <a:off x="4025596" y="3550361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Types of animations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D98D18-30FF-93C3-FB6F-1F76D127822C}"/>
              </a:ext>
            </a:extLst>
          </p:cNvPr>
          <p:cNvGrpSpPr/>
          <p:nvPr/>
        </p:nvGrpSpPr>
        <p:grpSpPr>
          <a:xfrm>
            <a:off x="4319024" y="4793974"/>
            <a:ext cx="3553953" cy="1381202"/>
            <a:chOff x="8105228" y="2738399"/>
            <a:chExt cx="3553953" cy="138120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80E56F-573B-DF21-4F45-E2080067348F}"/>
                </a:ext>
              </a:extLst>
            </p:cNvPr>
            <p:cNvSpPr/>
            <p:nvPr/>
          </p:nvSpPr>
          <p:spPr>
            <a:xfrm flipV="1">
              <a:off x="8105228" y="2738399"/>
              <a:ext cx="3553953" cy="1381202"/>
            </a:xfrm>
            <a:prstGeom prst="rect">
              <a:avLst/>
            </a:prstGeom>
            <a:gradFill>
              <a:gsLst>
                <a:gs pos="2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04800" dist="457200" dir="2700000" sx="90000" sy="9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4B9314-6B31-F75E-0972-B6C6FF5E3F49}"/>
                </a:ext>
              </a:extLst>
            </p:cNvPr>
            <p:cNvSpPr txBox="1"/>
            <p:nvPr/>
          </p:nvSpPr>
          <p:spPr>
            <a:xfrm>
              <a:off x="8262204" y="3198167"/>
              <a:ext cx="32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spc="100" dirty="0">
                  <a:solidFill>
                    <a:schemeClr val="bg1"/>
                  </a:solidFill>
                  <a:ea typeface="Roboto Medium" panose="02000000000000000000" pitchFamily="2" charset="0"/>
                  <a:cs typeface="Poppins" panose="00000500000000000000" pitchFamily="2" charset="0"/>
                </a:rPr>
                <a:t>Animation Pane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0A6B76B-D120-CF52-97A1-89B2EACC67D2}"/>
              </a:ext>
            </a:extLst>
          </p:cNvPr>
          <p:cNvSpPr txBox="1"/>
          <p:nvPr/>
        </p:nvSpPr>
        <p:spPr>
          <a:xfrm>
            <a:off x="0" y="-1117600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1. Give them fly in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B57F3-83B7-892F-A0EB-E63DABAFCDCF}"/>
              </a:ext>
            </a:extLst>
          </p:cNvPr>
          <p:cNvSpPr txBox="1"/>
          <p:nvPr/>
        </p:nvSpPr>
        <p:spPr>
          <a:xfrm>
            <a:off x="0" y="-748268"/>
            <a:ext cx="525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2. Extend the duration to 1.5 seconds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A8D7D-50F5-2B6A-B38E-BADF540E6256}"/>
              </a:ext>
            </a:extLst>
          </p:cNvPr>
          <p:cNvSpPr txBox="1"/>
          <p:nvPr/>
        </p:nvSpPr>
        <p:spPr>
          <a:xfrm>
            <a:off x="0" y="-378936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3. Apply a smooth end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2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Transitions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1931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875002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3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EXAMPLE SLIDE #1</a:t>
            </a:r>
            <a:endParaRPr lang="id-ID" sz="6600" b="1" dirty="0">
              <a:solidFill>
                <a:schemeClr val="accent3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02230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875002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3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EXAMPLE SLIDE #2</a:t>
            </a:r>
            <a:endParaRPr lang="id-ID" sz="6600" b="1" dirty="0">
              <a:solidFill>
                <a:schemeClr val="accent3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6074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82186-30F4-55E7-0646-5FD7A6B1EA20}"/>
              </a:ext>
            </a:extLst>
          </p:cNvPr>
          <p:cNvSpPr txBox="1"/>
          <p:nvPr/>
        </p:nvSpPr>
        <p:spPr>
          <a:xfrm>
            <a:off x="1799924" y="2644170"/>
            <a:ext cx="8592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dirty="0">
                <a:solidFill>
                  <a:schemeClr val="accent3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WILL IT WAIT </a:t>
            </a:r>
          </a:p>
          <a:p>
            <a:pPr algn="ctr"/>
            <a:r>
              <a:rPr lang="pl-PL" sz="4800" b="1" dirty="0">
                <a:solidFill>
                  <a:schemeClr val="accent3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FOR MY MOUSE CLICK?</a:t>
            </a:r>
            <a:endParaRPr lang="id-ID" sz="4800" b="1" dirty="0">
              <a:solidFill>
                <a:schemeClr val="accent3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7795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A5132A9-2E2F-1114-7D9B-89E27011B080}"/>
              </a:ext>
            </a:extLst>
          </p:cNvPr>
          <p:cNvGrpSpPr/>
          <p:nvPr/>
        </p:nvGrpSpPr>
        <p:grpSpPr>
          <a:xfrm>
            <a:off x="1965925" y="3373017"/>
            <a:ext cx="3507799" cy="624744"/>
            <a:chOff x="1656246" y="5069047"/>
            <a:chExt cx="3507799" cy="624744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C4CBE5A6-4948-D76B-FB0A-25F420F9BFBE}"/>
                </a:ext>
              </a:extLst>
            </p:cNvPr>
            <p:cNvSpPr/>
            <p:nvPr/>
          </p:nvSpPr>
          <p:spPr>
            <a:xfrm>
              <a:off x="1656246" y="5069047"/>
              <a:ext cx="350779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3BE904-2B89-F3C1-86A3-6F18111885CA}"/>
                </a:ext>
              </a:extLst>
            </p:cNvPr>
            <p:cNvSpPr txBox="1"/>
            <p:nvPr/>
          </p:nvSpPr>
          <p:spPr>
            <a:xfrm>
              <a:off x="2357276" y="5242920"/>
              <a:ext cx="22512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Simplified approach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393921-1002-983B-0400-4443E4F0BCA5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02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B15A5FB-CE0E-BA0F-9D8E-265A65296D34}"/>
              </a:ext>
            </a:extLst>
          </p:cNvPr>
          <p:cNvSpPr txBox="1"/>
          <p:nvPr/>
        </p:nvSpPr>
        <p:spPr>
          <a:xfrm>
            <a:off x="1812598" y="1002285"/>
            <a:ext cx="396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Advantages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ECC4C0-4CDA-B9EA-5866-9AC4EE2D6638}"/>
              </a:ext>
            </a:extLst>
          </p:cNvPr>
          <p:cNvGrpSpPr/>
          <p:nvPr/>
        </p:nvGrpSpPr>
        <p:grpSpPr>
          <a:xfrm>
            <a:off x="6553175" y="2400377"/>
            <a:ext cx="3957379" cy="624744"/>
            <a:chOff x="1656246" y="5069047"/>
            <a:chExt cx="3957379" cy="624744"/>
          </a:xfrm>
        </p:grpSpPr>
        <p:sp>
          <p:nvSpPr>
            <p:cNvPr id="42" name="Rectangle: Rounded Corners 7">
              <a:extLst>
                <a:ext uri="{FF2B5EF4-FFF2-40B4-BE49-F238E27FC236}">
                  <a16:creationId xmlns:a16="http://schemas.microsoft.com/office/drawing/2014/main" id="{E954F846-FDC2-A4FC-81BC-6296F9D7D9EB}"/>
                </a:ext>
              </a:extLst>
            </p:cNvPr>
            <p:cNvSpPr/>
            <p:nvPr/>
          </p:nvSpPr>
          <p:spPr>
            <a:xfrm>
              <a:off x="1656246" y="5069047"/>
              <a:ext cx="395737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2CB7DA-0D1F-CEB8-EB7B-21E495E65EE4}"/>
                </a:ext>
              </a:extLst>
            </p:cNvPr>
            <p:cNvSpPr txBox="1"/>
            <p:nvPr/>
          </p:nvSpPr>
          <p:spPr>
            <a:xfrm>
              <a:off x="2357275" y="5242920"/>
              <a:ext cx="31198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Limited design options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2C039A-03CF-BEB8-0407-2E5F9C24F4E6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2FFD14-DE23-1189-2524-5BAC20EDFF97}"/>
              </a:ext>
            </a:extLst>
          </p:cNvPr>
          <p:cNvGrpSpPr/>
          <p:nvPr/>
        </p:nvGrpSpPr>
        <p:grpSpPr>
          <a:xfrm>
            <a:off x="6553175" y="3373017"/>
            <a:ext cx="3957379" cy="624744"/>
            <a:chOff x="1656246" y="5069047"/>
            <a:chExt cx="3957379" cy="624744"/>
          </a:xfrm>
        </p:grpSpPr>
        <p:sp>
          <p:nvSpPr>
            <p:cNvPr id="46" name="Rectangle: Rounded Corners 7">
              <a:extLst>
                <a:ext uri="{FF2B5EF4-FFF2-40B4-BE49-F238E27FC236}">
                  <a16:creationId xmlns:a16="http://schemas.microsoft.com/office/drawing/2014/main" id="{8B5CFC9A-1D6C-636D-E990-0FB2C9900C41}"/>
                </a:ext>
              </a:extLst>
            </p:cNvPr>
            <p:cNvSpPr/>
            <p:nvPr/>
          </p:nvSpPr>
          <p:spPr>
            <a:xfrm>
              <a:off x="1656246" y="5069047"/>
              <a:ext cx="395737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76B879-9748-738C-F49B-41F8BBC8B772}"/>
                </a:ext>
              </a:extLst>
            </p:cNvPr>
            <p:cNvSpPr txBox="1"/>
            <p:nvPr/>
          </p:nvSpPr>
          <p:spPr>
            <a:xfrm>
              <a:off x="2357275" y="5242920"/>
              <a:ext cx="26600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Limited animation options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317662-97D2-77EA-51CA-192211597850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E69E17-A429-EAFC-484E-FA83F155ED63}"/>
              </a:ext>
            </a:extLst>
          </p:cNvPr>
          <p:cNvGrpSpPr/>
          <p:nvPr/>
        </p:nvGrpSpPr>
        <p:grpSpPr>
          <a:xfrm>
            <a:off x="6553175" y="4345657"/>
            <a:ext cx="3929767" cy="624744"/>
            <a:chOff x="1656247" y="5069047"/>
            <a:chExt cx="3507798" cy="624744"/>
          </a:xfrm>
        </p:grpSpPr>
        <p:sp>
          <p:nvSpPr>
            <p:cNvPr id="50" name="Rectangle: Rounded Corners 7">
              <a:extLst>
                <a:ext uri="{FF2B5EF4-FFF2-40B4-BE49-F238E27FC236}">
                  <a16:creationId xmlns:a16="http://schemas.microsoft.com/office/drawing/2014/main" id="{28176149-8455-D365-BE79-53AD78A18265}"/>
                </a:ext>
              </a:extLst>
            </p:cNvPr>
            <p:cNvSpPr/>
            <p:nvPr/>
          </p:nvSpPr>
          <p:spPr>
            <a:xfrm>
              <a:off x="1656247" y="5069047"/>
              <a:ext cx="3507798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FF427C-FF44-AF5F-4309-265B76BCBAC2}"/>
                </a:ext>
              </a:extLst>
            </p:cNvPr>
            <p:cNvSpPr txBox="1"/>
            <p:nvPr/>
          </p:nvSpPr>
          <p:spPr>
            <a:xfrm>
              <a:off x="2357275" y="5242920"/>
              <a:ext cx="2467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Difficult for video editing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C4625E4-FB2D-566D-FA42-7AA17E9D4A4E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03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B36CEF7-ADD2-A772-92A8-E8293BD6303D}"/>
              </a:ext>
            </a:extLst>
          </p:cNvPr>
          <p:cNvSpPr txBox="1"/>
          <p:nvPr/>
        </p:nvSpPr>
        <p:spPr>
          <a:xfrm>
            <a:off x="6522942" y="1002285"/>
            <a:ext cx="396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Disadvantages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F32820D-C6BB-DFBF-6927-1F2F7063ADF8}"/>
              </a:ext>
            </a:extLst>
          </p:cNvPr>
          <p:cNvGrpSpPr/>
          <p:nvPr/>
        </p:nvGrpSpPr>
        <p:grpSpPr>
          <a:xfrm>
            <a:off x="1965925" y="2400377"/>
            <a:ext cx="3507799" cy="624744"/>
            <a:chOff x="1656246" y="5069047"/>
            <a:chExt cx="3507799" cy="624744"/>
          </a:xfrm>
        </p:grpSpPr>
        <p:sp>
          <p:nvSpPr>
            <p:cNvPr id="63" name="Rectangle: Rounded Corners 7">
              <a:extLst>
                <a:ext uri="{FF2B5EF4-FFF2-40B4-BE49-F238E27FC236}">
                  <a16:creationId xmlns:a16="http://schemas.microsoft.com/office/drawing/2014/main" id="{04EE55DD-B995-9558-C543-17D5401F961C}"/>
                </a:ext>
              </a:extLst>
            </p:cNvPr>
            <p:cNvSpPr/>
            <p:nvPr/>
          </p:nvSpPr>
          <p:spPr>
            <a:xfrm>
              <a:off x="1656246" y="5069047"/>
              <a:ext cx="350779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A71B168-7331-475A-6A52-61C1B9C6CD29}"/>
                </a:ext>
              </a:extLst>
            </p:cNvPr>
            <p:cNvSpPr txBox="1"/>
            <p:nvPr/>
          </p:nvSpPr>
          <p:spPr>
            <a:xfrm>
              <a:off x="2357276" y="5242920"/>
              <a:ext cx="22929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Runs fast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402D00-E5FA-7A0F-8075-F1580CA6A64B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01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2645F7-9DC9-C436-13C6-7DEE0A87E918}"/>
              </a:ext>
            </a:extLst>
          </p:cNvPr>
          <p:cNvGrpSpPr/>
          <p:nvPr/>
        </p:nvGrpSpPr>
        <p:grpSpPr>
          <a:xfrm>
            <a:off x="1965925" y="4345657"/>
            <a:ext cx="3507797" cy="624744"/>
            <a:chOff x="1656246" y="5069047"/>
            <a:chExt cx="3507797" cy="624744"/>
          </a:xfrm>
        </p:grpSpPr>
        <p:sp>
          <p:nvSpPr>
            <p:cNvPr id="67" name="Rectangle: Rounded Corners 7">
              <a:extLst>
                <a:ext uri="{FF2B5EF4-FFF2-40B4-BE49-F238E27FC236}">
                  <a16:creationId xmlns:a16="http://schemas.microsoft.com/office/drawing/2014/main" id="{4B1FCC64-9CA8-F52B-73A8-18135A549A98}"/>
                </a:ext>
              </a:extLst>
            </p:cNvPr>
            <p:cNvSpPr/>
            <p:nvPr/>
          </p:nvSpPr>
          <p:spPr>
            <a:xfrm>
              <a:off x="1656246" y="5069047"/>
              <a:ext cx="3507797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0F4B6F4-892C-9E16-A755-5F3A29E100FD}"/>
                </a:ext>
              </a:extLst>
            </p:cNvPr>
            <p:cNvSpPr txBox="1"/>
            <p:nvPr/>
          </p:nvSpPr>
          <p:spPr>
            <a:xfrm>
              <a:off x="2357276" y="5242920"/>
              <a:ext cx="17751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Good shortcuts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99BB9D1-962D-0724-7C6A-13DB2108883F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</a:t>
              </a:r>
              <a:r>
                <a:rPr lang="pl-PL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3</a:t>
              </a:r>
              <a:endParaRPr lang="en-US" sz="2000" dirty="0">
                <a:solidFill>
                  <a:schemeClr val="accent1"/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00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A5132A9-2E2F-1114-7D9B-89E27011B080}"/>
              </a:ext>
            </a:extLst>
          </p:cNvPr>
          <p:cNvGrpSpPr/>
          <p:nvPr/>
        </p:nvGrpSpPr>
        <p:grpSpPr>
          <a:xfrm>
            <a:off x="1965925" y="3373017"/>
            <a:ext cx="3507799" cy="624744"/>
            <a:chOff x="1656246" y="5069047"/>
            <a:chExt cx="3507799" cy="624744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C4CBE5A6-4948-D76B-FB0A-25F420F9BFBE}"/>
                </a:ext>
              </a:extLst>
            </p:cNvPr>
            <p:cNvSpPr/>
            <p:nvPr/>
          </p:nvSpPr>
          <p:spPr>
            <a:xfrm>
              <a:off x="1656246" y="5069047"/>
              <a:ext cx="350779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3BE904-2B89-F3C1-86A3-6F18111885CA}"/>
                </a:ext>
              </a:extLst>
            </p:cNvPr>
            <p:cNvSpPr txBox="1"/>
            <p:nvPr/>
          </p:nvSpPr>
          <p:spPr>
            <a:xfrm>
              <a:off x="2357276" y="5242920"/>
              <a:ext cx="22512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Simplified approach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393921-1002-983B-0400-4443E4F0BCA5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02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B15A5FB-CE0E-BA0F-9D8E-265A65296D34}"/>
              </a:ext>
            </a:extLst>
          </p:cNvPr>
          <p:cNvSpPr txBox="1"/>
          <p:nvPr/>
        </p:nvSpPr>
        <p:spPr>
          <a:xfrm>
            <a:off x="1812598" y="1002285"/>
            <a:ext cx="396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Advantages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ECC4C0-4CDA-B9EA-5866-9AC4EE2D6638}"/>
              </a:ext>
            </a:extLst>
          </p:cNvPr>
          <p:cNvGrpSpPr/>
          <p:nvPr/>
        </p:nvGrpSpPr>
        <p:grpSpPr>
          <a:xfrm>
            <a:off x="6553175" y="2400377"/>
            <a:ext cx="3957379" cy="624744"/>
            <a:chOff x="1656246" y="5069047"/>
            <a:chExt cx="3957379" cy="624744"/>
          </a:xfrm>
        </p:grpSpPr>
        <p:sp>
          <p:nvSpPr>
            <p:cNvPr id="42" name="Rectangle: Rounded Corners 7">
              <a:extLst>
                <a:ext uri="{FF2B5EF4-FFF2-40B4-BE49-F238E27FC236}">
                  <a16:creationId xmlns:a16="http://schemas.microsoft.com/office/drawing/2014/main" id="{E954F846-FDC2-A4FC-81BC-6296F9D7D9EB}"/>
                </a:ext>
              </a:extLst>
            </p:cNvPr>
            <p:cNvSpPr/>
            <p:nvPr/>
          </p:nvSpPr>
          <p:spPr>
            <a:xfrm>
              <a:off x="1656246" y="5069047"/>
              <a:ext cx="395737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2CB7DA-0D1F-CEB8-EB7B-21E495E65EE4}"/>
                </a:ext>
              </a:extLst>
            </p:cNvPr>
            <p:cNvSpPr txBox="1"/>
            <p:nvPr/>
          </p:nvSpPr>
          <p:spPr>
            <a:xfrm>
              <a:off x="2357275" y="5242920"/>
              <a:ext cx="31198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Limited design options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2C039A-03CF-BEB8-0407-2E5F9C24F4E6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2FFD14-DE23-1189-2524-5BAC20EDFF97}"/>
              </a:ext>
            </a:extLst>
          </p:cNvPr>
          <p:cNvGrpSpPr/>
          <p:nvPr/>
        </p:nvGrpSpPr>
        <p:grpSpPr>
          <a:xfrm>
            <a:off x="6553175" y="3373017"/>
            <a:ext cx="3957379" cy="624744"/>
            <a:chOff x="1656246" y="5069047"/>
            <a:chExt cx="3957379" cy="624744"/>
          </a:xfrm>
        </p:grpSpPr>
        <p:sp>
          <p:nvSpPr>
            <p:cNvPr id="46" name="Rectangle: Rounded Corners 7">
              <a:extLst>
                <a:ext uri="{FF2B5EF4-FFF2-40B4-BE49-F238E27FC236}">
                  <a16:creationId xmlns:a16="http://schemas.microsoft.com/office/drawing/2014/main" id="{8B5CFC9A-1D6C-636D-E990-0FB2C9900C41}"/>
                </a:ext>
              </a:extLst>
            </p:cNvPr>
            <p:cNvSpPr/>
            <p:nvPr/>
          </p:nvSpPr>
          <p:spPr>
            <a:xfrm>
              <a:off x="1656246" y="5069047"/>
              <a:ext cx="395737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76B879-9748-738C-F49B-41F8BBC8B772}"/>
                </a:ext>
              </a:extLst>
            </p:cNvPr>
            <p:cNvSpPr txBox="1"/>
            <p:nvPr/>
          </p:nvSpPr>
          <p:spPr>
            <a:xfrm>
              <a:off x="2357275" y="5242920"/>
              <a:ext cx="26600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Limited animation options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317662-97D2-77EA-51CA-192211597850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E69E17-A429-EAFC-484E-FA83F155ED63}"/>
              </a:ext>
            </a:extLst>
          </p:cNvPr>
          <p:cNvGrpSpPr/>
          <p:nvPr/>
        </p:nvGrpSpPr>
        <p:grpSpPr>
          <a:xfrm>
            <a:off x="6553175" y="4345657"/>
            <a:ext cx="3929767" cy="624744"/>
            <a:chOff x="1656247" y="5069047"/>
            <a:chExt cx="3507798" cy="624744"/>
          </a:xfrm>
        </p:grpSpPr>
        <p:sp>
          <p:nvSpPr>
            <p:cNvPr id="50" name="Rectangle: Rounded Corners 7">
              <a:extLst>
                <a:ext uri="{FF2B5EF4-FFF2-40B4-BE49-F238E27FC236}">
                  <a16:creationId xmlns:a16="http://schemas.microsoft.com/office/drawing/2014/main" id="{28176149-8455-D365-BE79-53AD78A18265}"/>
                </a:ext>
              </a:extLst>
            </p:cNvPr>
            <p:cNvSpPr/>
            <p:nvPr/>
          </p:nvSpPr>
          <p:spPr>
            <a:xfrm>
              <a:off x="1656247" y="5069047"/>
              <a:ext cx="3507798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FF427C-FF44-AF5F-4309-265B76BCBAC2}"/>
                </a:ext>
              </a:extLst>
            </p:cNvPr>
            <p:cNvSpPr txBox="1"/>
            <p:nvPr/>
          </p:nvSpPr>
          <p:spPr>
            <a:xfrm>
              <a:off x="2357275" y="5242920"/>
              <a:ext cx="2467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Difficult for video editing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C4625E4-FB2D-566D-FA42-7AA17E9D4A4E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03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B36CEF7-ADD2-A772-92A8-E8293BD6303D}"/>
              </a:ext>
            </a:extLst>
          </p:cNvPr>
          <p:cNvSpPr txBox="1"/>
          <p:nvPr/>
        </p:nvSpPr>
        <p:spPr>
          <a:xfrm>
            <a:off x="6522942" y="1002285"/>
            <a:ext cx="396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Disadvantages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F32820D-C6BB-DFBF-6927-1F2F7063ADF8}"/>
              </a:ext>
            </a:extLst>
          </p:cNvPr>
          <p:cNvGrpSpPr/>
          <p:nvPr/>
        </p:nvGrpSpPr>
        <p:grpSpPr>
          <a:xfrm>
            <a:off x="1965925" y="2400377"/>
            <a:ext cx="3507799" cy="624744"/>
            <a:chOff x="1656246" y="5069047"/>
            <a:chExt cx="3507799" cy="624744"/>
          </a:xfrm>
        </p:grpSpPr>
        <p:sp>
          <p:nvSpPr>
            <p:cNvPr id="63" name="Rectangle: Rounded Corners 7">
              <a:extLst>
                <a:ext uri="{FF2B5EF4-FFF2-40B4-BE49-F238E27FC236}">
                  <a16:creationId xmlns:a16="http://schemas.microsoft.com/office/drawing/2014/main" id="{04EE55DD-B995-9558-C543-17D5401F961C}"/>
                </a:ext>
              </a:extLst>
            </p:cNvPr>
            <p:cNvSpPr/>
            <p:nvPr/>
          </p:nvSpPr>
          <p:spPr>
            <a:xfrm>
              <a:off x="1656246" y="5069047"/>
              <a:ext cx="3507799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A71B168-7331-475A-6A52-61C1B9C6CD29}"/>
                </a:ext>
              </a:extLst>
            </p:cNvPr>
            <p:cNvSpPr txBox="1"/>
            <p:nvPr/>
          </p:nvSpPr>
          <p:spPr>
            <a:xfrm>
              <a:off x="2357276" y="5242920"/>
              <a:ext cx="22929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Runs fast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402D00-E5FA-7A0F-8075-F1580CA6A64B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01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2645F7-9DC9-C436-13C6-7DEE0A87E918}"/>
              </a:ext>
            </a:extLst>
          </p:cNvPr>
          <p:cNvGrpSpPr/>
          <p:nvPr/>
        </p:nvGrpSpPr>
        <p:grpSpPr>
          <a:xfrm>
            <a:off x="1965925" y="4345657"/>
            <a:ext cx="3507797" cy="624744"/>
            <a:chOff x="1656246" y="5069047"/>
            <a:chExt cx="3507797" cy="624744"/>
          </a:xfrm>
        </p:grpSpPr>
        <p:sp>
          <p:nvSpPr>
            <p:cNvPr id="67" name="Rectangle: Rounded Corners 7">
              <a:extLst>
                <a:ext uri="{FF2B5EF4-FFF2-40B4-BE49-F238E27FC236}">
                  <a16:creationId xmlns:a16="http://schemas.microsoft.com/office/drawing/2014/main" id="{4B1FCC64-9CA8-F52B-73A8-18135A549A98}"/>
                </a:ext>
              </a:extLst>
            </p:cNvPr>
            <p:cNvSpPr/>
            <p:nvPr/>
          </p:nvSpPr>
          <p:spPr>
            <a:xfrm>
              <a:off x="1656246" y="5069047"/>
              <a:ext cx="3507797" cy="624744"/>
            </a:xfrm>
            <a:prstGeom prst="roundRect">
              <a:avLst>
                <a:gd name="adj" fmla="val 7955"/>
              </a:avLst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</a:gradFill>
            <a:ln>
              <a:noFill/>
            </a:ln>
            <a:effectLst>
              <a:outerShdw blurRad="152400" dist="292100" dir="8100000" sx="80000" sy="8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2400" dirty="0">
                <a:latin typeface="League Spartan" pitchFamily="2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0F4B6F4-892C-9E16-A755-5F3A29E100FD}"/>
                </a:ext>
              </a:extLst>
            </p:cNvPr>
            <p:cNvSpPr txBox="1"/>
            <p:nvPr/>
          </p:nvSpPr>
          <p:spPr>
            <a:xfrm>
              <a:off x="2357276" y="5242920"/>
              <a:ext cx="17751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600" dirty="0">
                  <a:solidFill>
                    <a:schemeClr val="bg2">
                      <a:lumMod val="25000"/>
                    </a:schemeClr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Good shortcuts</a:t>
              </a:r>
              <a:endParaRPr lang="en-US" sz="1600" dirty="0">
                <a:solidFill>
                  <a:schemeClr val="bg2">
                    <a:lumMod val="25000"/>
                  </a:schemeClr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99BB9D1-962D-0724-7C6A-13DB2108883F}"/>
                </a:ext>
              </a:extLst>
            </p:cNvPr>
            <p:cNvSpPr txBox="1"/>
            <p:nvPr/>
          </p:nvSpPr>
          <p:spPr>
            <a:xfrm>
              <a:off x="1770440" y="5212142"/>
              <a:ext cx="472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0</a:t>
              </a:r>
              <a:r>
                <a:rPr lang="pl-PL" sz="2000" dirty="0">
                  <a:solidFill>
                    <a:schemeClr val="accent1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3</a:t>
              </a:r>
              <a:endParaRPr lang="en-US" sz="2000" dirty="0">
                <a:solidFill>
                  <a:schemeClr val="accent1"/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653017-38E7-FF1B-F67B-795229B6157B}"/>
              </a:ext>
            </a:extLst>
          </p:cNvPr>
          <p:cNvSpPr txBox="1"/>
          <p:nvPr/>
        </p:nvSpPr>
        <p:spPr>
          <a:xfrm>
            <a:off x="0" y="-1978304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1. Give everything a fade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984F6-1544-C1A2-1DCC-E747A3A49649}"/>
              </a:ext>
            </a:extLst>
          </p:cNvPr>
          <p:cNvSpPr txBox="1"/>
          <p:nvPr/>
        </p:nvSpPr>
        <p:spPr>
          <a:xfrm>
            <a:off x="0" y="-1608972"/>
            <a:ext cx="525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2. Practice selecting multiple animations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C4F05-EE8C-0B00-3BBF-E1341E0276C4}"/>
              </a:ext>
            </a:extLst>
          </p:cNvPr>
          <p:cNvSpPr txBox="1"/>
          <p:nvPr/>
        </p:nvSpPr>
        <p:spPr>
          <a:xfrm>
            <a:off x="0" y="-1239640"/>
            <a:ext cx="515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3. Apply on mouse click to all of them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FA0A4-509E-CE2A-1D87-7D937F715B85}"/>
              </a:ext>
            </a:extLst>
          </p:cNvPr>
          <p:cNvSpPr txBox="1"/>
          <p:nvPr/>
        </p:nvSpPr>
        <p:spPr>
          <a:xfrm>
            <a:off x="0" y="-845227"/>
            <a:ext cx="515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4. Check correct order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D2635-74C0-3B82-9850-D2B0520A3288}"/>
              </a:ext>
            </a:extLst>
          </p:cNvPr>
          <p:cNvSpPr txBox="1"/>
          <p:nvPr/>
        </p:nvSpPr>
        <p:spPr>
          <a:xfrm>
            <a:off x="0" y="-500124"/>
            <a:ext cx="515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Bonus. Extend animation to 1s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205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Morph transition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296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1141524" y="1506725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Crash course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B485D9-A956-6C77-BBDE-EA12EED1B895}"/>
              </a:ext>
            </a:extLst>
          </p:cNvPr>
          <p:cNvGrpSpPr/>
          <p:nvPr/>
        </p:nvGrpSpPr>
        <p:grpSpPr>
          <a:xfrm>
            <a:off x="1141524" y="2657066"/>
            <a:ext cx="4320000" cy="2349165"/>
            <a:chOff x="1141524" y="2657066"/>
            <a:chExt cx="4320000" cy="2349165"/>
          </a:xfrm>
        </p:grpSpPr>
        <p:sp>
          <p:nvSpPr>
            <p:cNvPr id="12" name="Rectangle: Rounded Corners 70">
              <a:extLst>
                <a:ext uri="{FF2B5EF4-FFF2-40B4-BE49-F238E27FC236}">
                  <a16:creationId xmlns:a16="http://schemas.microsoft.com/office/drawing/2014/main" id="{1963EA68-57D6-493A-3FF2-5D360A9C8E36}"/>
                </a:ext>
              </a:extLst>
            </p:cNvPr>
            <p:cNvSpPr/>
            <p:nvPr/>
          </p:nvSpPr>
          <p:spPr>
            <a:xfrm>
              <a:off x="1141524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99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1EFF050-9C3F-99A3-7C44-2D1B0230BC00}"/>
                </a:ext>
              </a:extLst>
            </p:cNvPr>
            <p:cNvSpPr/>
            <p:nvPr/>
          </p:nvSpPr>
          <p:spPr>
            <a:xfrm>
              <a:off x="2390534" y="3154856"/>
              <a:ext cx="210025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Approximately 3 hours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3" name="Freeform 118">
              <a:extLst>
                <a:ext uri="{FF2B5EF4-FFF2-40B4-BE49-F238E27FC236}">
                  <a16:creationId xmlns:a16="http://schemas.microsoft.com/office/drawing/2014/main" id="{62F07BE5-5557-C798-ED4F-04DB9F6DA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259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05BE1A-2523-B25F-9057-5573AE189E5D}"/>
                </a:ext>
              </a:extLst>
            </p:cNvPr>
            <p:cNvSpPr/>
            <p:nvPr/>
          </p:nvSpPr>
          <p:spPr>
            <a:xfrm>
              <a:off x="1942495" y="3894716"/>
              <a:ext cx="299633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Nice, if you know design software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Freeform 118">
              <a:extLst>
                <a:ext uri="{FF2B5EF4-FFF2-40B4-BE49-F238E27FC236}">
                  <a16:creationId xmlns:a16="http://schemas.microsoft.com/office/drawing/2014/main" id="{8EE965B7-43AD-0019-9B38-5BB6F4374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220" y="396352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6777013" y="1506725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For all levels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1B7A61-8D02-D832-C975-E98091569CFA}"/>
              </a:ext>
            </a:extLst>
          </p:cNvPr>
          <p:cNvGrpSpPr/>
          <p:nvPr/>
        </p:nvGrpSpPr>
        <p:grpSpPr>
          <a:xfrm>
            <a:off x="6777013" y="2657066"/>
            <a:ext cx="4320000" cy="2349165"/>
            <a:chOff x="6777013" y="2657066"/>
            <a:chExt cx="4320000" cy="2349165"/>
          </a:xfrm>
        </p:grpSpPr>
        <p:sp>
          <p:nvSpPr>
            <p:cNvPr id="9" name="Rectangle: Rounded Corners 70">
              <a:extLst>
                <a:ext uri="{FF2B5EF4-FFF2-40B4-BE49-F238E27FC236}">
                  <a16:creationId xmlns:a16="http://schemas.microsoft.com/office/drawing/2014/main" id="{0E01CC57-C591-B340-469C-D5B220B7CBD4}"/>
                </a:ext>
              </a:extLst>
            </p:cNvPr>
            <p:cNvSpPr/>
            <p:nvPr/>
          </p:nvSpPr>
          <p:spPr>
            <a:xfrm>
              <a:off x="6777013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33B0E9B-70AC-4541-D5EF-1E26C4C3DAC0}"/>
                </a:ext>
              </a:extLst>
            </p:cNvPr>
            <p:cNvSpPr/>
            <p:nvPr/>
          </p:nvSpPr>
          <p:spPr>
            <a:xfrm>
              <a:off x="7710231" y="3154856"/>
              <a:ext cx="27318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Beginners – to get up to speed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0" name="Freeform 118">
              <a:extLst>
                <a:ext uri="{FF2B5EF4-FFF2-40B4-BE49-F238E27FC236}">
                  <a16:creationId xmlns:a16="http://schemas.microsoft.com/office/drawing/2014/main" id="{48AC987F-DB52-1688-819E-73EF48FC3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956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506AFA-8024-D57C-6244-763D77BEDCFB}"/>
                </a:ext>
              </a:extLst>
            </p:cNvPr>
            <p:cNvSpPr/>
            <p:nvPr/>
          </p:nvSpPr>
          <p:spPr>
            <a:xfrm>
              <a:off x="7598021" y="3922387"/>
              <a:ext cx="29562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Advanced users – gain new tricks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5" name="Freeform 118">
              <a:extLst>
                <a:ext uri="{FF2B5EF4-FFF2-40B4-BE49-F238E27FC236}">
                  <a16:creationId xmlns:a16="http://schemas.microsoft.com/office/drawing/2014/main" id="{797EBCC1-9FA7-BB8F-2762-C855029C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9746" y="3991199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09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2585903" y="1211510"/>
            <a:ext cx="70201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Crash course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B485D9-A956-6C77-BBDE-EA12EED1B895}"/>
              </a:ext>
            </a:extLst>
          </p:cNvPr>
          <p:cNvGrpSpPr/>
          <p:nvPr/>
        </p:nvGrpSpPr>
        <p:grpSpPr>
          <a:xfrm>
            <a:off x="2978682" y="2565780"/>
            <a:ext cx="6234636" cy="3390321"/>
            <a:chOff x="1141524" y="2657066"/>
            <a:chExt cx="4320000" cy="2349165"/>
          </a:xfrm>
        </p:grpSpPr>
        <p:sp>
          <p:nvSpPr>
            <p:cNvPr id="12" name="Rectangle: Rounded Corners 70">
              <a:extLst>
                <a:ext uri="{FF2B5EF4-FFF2-40B4-BE49-F238E27FC236}">
                  <a16:creationId xmlns:a16="http://schemas.microsoft.com/office/drawing/2014/main" id="{1963EA68-57D6-493A-3FF2-5D360A9C8E36}"/>
                </a:ext>
              </a:extLst>
            </p:cNvPr>
            <p:cNvSpPr/>
            <p:nvPr/>
          </p:nvSpPr>
          <p:spPr>
            <a:xfrm>
              <a:off x="1141524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99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1EFF050-9C3F-99A3-7C44-2D1B0230BC00}"/>
                </a:ext>
              </a:extLst>
            </p:cNvPr>
            <p:cNvSpPr/>
            <p:nvPr/>
          </p:nvSpPr>
          <p:spPr>
            <a:xfrm>
              <a:off x="2390534" y="3154856"/>
              <a:ext cx="2116155" cy="3198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Approximately 3 hours</a:t>
              </a: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3" name="Freeform 118">
              <a:extLst>
                <a:ext uri="{FF2B5EF4-FFF2-40B4-BE49-F238E27FC236}">
                  <a16:creationId xmlns:a16="http://schemas.microsoft.com/office/drawing/2014/main" id="{62F07BE5-5557-C798-ED4F-04DB9F6DA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259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05BE1A-2523-B25F-9057-5573AE189E5D}"/>
                </a:ext>
              </a:extLst>
            </p:cNvPr>
            <p:cNvSpPr/>
            <p:nvPr/>
          </p:nvSpPr>
          <p:spPr>
            <a:xfrm>
              <a:off x="1942495" y="3894716"/>
              <a:ext cx="3052497" cy="3198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Nice, if you know design software</a:t>
              </a: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Freeform 118">
              <a:extLst>
                <a:ext uri="{FF2B5EF4-FFF2-40B4-BE49-F238E27FC236}">
                  <a16:creationId xmlns:a16="http://schemas.microsoft.com/office/drawing/2014/main" id="{8EE965B7-43AD-0019-9B38-5BB6F4374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220" y="396352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12400573" y="1506725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For all levels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1B7A61-8D02-D832-C975-E98091569CFA}"/>
              </a:ext>
            </a:extLst>
          </p:cNvPr>
          <p:cNvGrpSpPr/>
          <p:nvPr/>
        </p:nvGrpSpPr>
        <p:grpSpPr>
          <a:xfrm>
            <a:off x="12400573" y="2657066"/>
            <a:ext cx="4320000" cy="2349165"/>
            <a:chOff x="6777013" y="2657066"/>
            <a:chExt cx="4320000" cy="2349165"/>
          </a:xfrm>
        </p:grpSpPr>
        <p:sp>
          <p:nvSpPr>
            <p:cNvPr id="9" name="Rectangle: Rounded Corners 70">
              <a:extLst>
                <a:ext uri="{FF2B5EF4-FFF2-40B4-BE49-F238E27FC236}">
                  <a16:creationId xmlns:a16="http://schemas.microsoft.com/office/drawing/2014/main" id="{0E01CC57-C591-B340-469C-D5B220B7CBD4}"/>
                </a:ext>
              </a:extLst>
            </p:cNvPr>
            <p:cNvSpPr/>
            <p:nvPr/>
          </p:nvSpPr>
          <p:spPr>
            <a:xfrm>
              <a:off x="6777013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33B0E9B-70AC-4541-D5EF-1E26C4C3DAC0}"/>
                </a:ext>
              </a:extLst>
            </p:cNvPr>
            <p:cNvSpPr/>
            <p:nvPr/>
          </p:nvSpPr>
          <p:spPr>
            <a:xfrm>
              <a:off x="7710231" y="3154856"/>
              <a:ext cx="27318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Beginners – to get up to speed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0" name="Freeform 118">
              <a:extLst>
                <a:ext uri="{FF2B5EF4-FFF2-40B4-BE49-F238E27FC236}">
                  <a16:creationId xmlns:a16="http://schemas.microsoft.com/office/drawing/2014/main" id="{48AC987F-DB52-1688-819E-73EF48FC3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956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506AFA-8024-D57C-6244-763D77BEDCFB}"/>
                </a:ext>
              </a:extLst>
            </p:cNvPr>
            <p:cNvSpPr/>
            <p:nvPr/>
          </p:nvSpPr>
          <p:spPr>
            <a:xfrm>
              <a:off x="7598021" y="3922387"/>
              <a:ext cx="29562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Advanced users – gain new tricks</a:t>
              </a: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5" name="Freeform 118">
              <a:extLst>
                <a:ext uri="{FF2B5EF4-FFF2-40B4-BE49-F238E27FC236}">
                  <a16:creationId xmlns:a16="http://schemas.microsoft.com/office/drawing/2014/main" id="{797EBCC1-9FA7-BB8F-2762-C855029C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9746" y="3991199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632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-7320097" y="1211510"/>
            <a:ext cx="70201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Crash course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B485D9-A956-6C77-BBDE-EA12EED1B895}"/>
              </a:ext>
            </a:extLst>
          </p:cNvPr>
          <p:cNvGrpSpPr/>
          <p:nvPr/>
        </p:nvGrpSpPr>
        <p:grpSpPr>
          <a:xfrm>
            <a:off x="-6927318" y="2565780"/>
            <a:ext cx="6234636" cy="3390321"/>
            <a:chOff x="1141524" y="2657066"/>
            <a:chExt cx="4320000" cy="2349165"/>
          </a:xfrm>
        </p:grpSpPr>
        <p:sp>
          <p:nvSpPr>
            <p:cNvPr id="12" name="Rectangle: Rounded Corners 70">
              <a:extLst>
                <a:ext uri="{FF2B5EF4-FFF2-40B4-BE49-F238E27FC236}">
                  <a16:creationId xmlns:a16="http://schemas.microsoft.com/office/drawing/2014/main" id="{1963EA68-57D6-493A-3FF2-5D360A9C8E36}"/>
                </a:ext>
              </a:extLst>
            </p:cNvPr>
            <p:cNvSpPr/>
            <p:nvPr/>
          </p:nvSpPr>
          <p:spPr>
            <a:xfrm>
              <a:off x="1141524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99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1EFF050-9C3F-99A3-7C44-2D1B0230BC00}"/>
                </a:ext>
              </a:extLst>
            </p:cNvPr>
            <p:cNvSpPr/>
            <p:nvPr/>
          </p:nvSpPr>
          <p:spPr>
            <a:xfrm>
              <a:off x="2390534" y="3154856"/>
              <a:ext cx="2116155" cy="3198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Approximately 3 hours</a:t>
              </a: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3" name="Freeform 118">
              <a:extLst>
                <a:ext uri="{FF2B5EF4-FFF2-40B4-BE49-F238E27FC236}">
                  <a16:creationId xmlns:a16="http://schemas.microsoft.com/office/drawing/2014/main" id="{62F07BE5-5557-C798-ED4F-04DB9F6DA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259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05BE1A-2523-B25F-9057-5573AE189E5D}"/>
                </a:ext>
              </a:extLst>
            </p:cNvPr>
            <p:cNvSpPr/>
            <p:nvPr/>
          </p:nvSpPr>
          <p:spPr>
            <a:xfrm>
              <a:off x="1942495" y="3894716"/>
              <a:ext cx="3052497" cy="3198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Nice, if you know design software</a:t>
              </a: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Freeform 118">
              <a:extLst>
                <a:ext uri="{FF2B5EF4-FFF2-40B4-BE49-F238E27FC236}">
                  <a16:creationId xmlns:a16="http://schemas.microsoft.com/office/drawing/2014/main" id="{8EE965B7-43AD-0019-9B38-5BB6F4374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220" y="396352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2793348" y="1330340"/>
            <a:ext cx="7471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For all levels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1B7A61-8D02-D832-C975-E98091569CFA}"/>
              </a:ext>
            </a:extLst>
          </p:cNvPr>
          <p:cNvGrpSpPr/>
          <p:nvPr/>
        </p:nvGrpSpPr>
        <p:grpSpPr>
          <a:xfrm>
            <a:off x="3755690" y="2469505"/>
            <a:ext cx="5546806" cy="2943744"/>
            <a:chOff x="6777013" y="2657066"/>
            <a:chExt cx="4320000" cy="2349165"/>
          </a:xfrm>
        </p:grpSpPr>
        <p:sp>
          <p:nvSpPr>
            <p:cNvPr id="9" name="Rectangle: Rounded Corners 70">
              <a:extLst>
                <a:ext uri="{FF2B5EF4-FFF2-40B4-BE49-F238E27FC236}">
                  <a16:creationId xmlns:a16="http://schemas.microsoft.com/office/drawing/2014/main" id="{0E01CC57-C591-B340-469C-D5B220B7CBD4}"/>
                </a:ext>
              </a:extLst>
            </p:cNvPr>
            <p:cNvSpPr/>
            <p:nvPr/>
          </p:nvSpPr>
          <p:spPr>
            <a:xfrm>
              <a:off x="6777013" y="2657066"/>
              <a:ext cx="4320000" cy="2349165"/>
            </a:xfrm>
            <a:prstGeom prst="roundRect">
              <a:avLst>
                <a:gd name="adj" fmla="val 2608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0" dist="723900" dir="5400000" sx="85000" sy="85000" algn="t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4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33B0E9B-70AC-4541-D5EF-1E26C4C3DAC0}"/>
                </a:ext>
              </a:extLst>
            </p:cNvPr>
            <p:cNvSpPr/>
            <p:nvPr/>
          </p:nvSpPr>
          <p:spPr>
            <a:xfrm>
              <a:off x="7710231" y="3154856"/>
              <a:ext cx="2627012" cy="3192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Beginners – to get up to speed</a:t>
              </a:r>
              <a:endPara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0" name="Freeform 118">
              <a:extLst>
                <a:ext uri="{FF2B5EF4-FFF2-40B4-BE49-F238E27FC236}">
                  <a16:creationId xmlns:a16="http://schemas.microsoft.com/office/drawing/2014/main" id="{48AC987F-DB52-1688-819E-73EF48FC3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956" y="3223668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506AFA-8024-D57C-6244-763D77BEDCFB}"/>
                </a:ext>
              </a:extLst>
            </p:cNvPr>
            <p:cNvSpPr/>
            <p:nvPr/>
          </p:nvSpPr>
          <p:spPr>
            <a:xfrm>
              <a:off x="7598021" y="3922387"/>
              <a:ext cx="2845493" cy="3192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 pitchFamily="2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Advanced users – gain new tricks</a:t>
              </a:r>
              <a:endPara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5" name="Freeform 118">
              <a:extLst>
                <a:ext uri="{FF2B5EF4-FFF2-40B4-BE49-F238E27FC236}">
                  <a16:creationId xmlns:a16="http://schemas.microsoft.com/office/drawing/2014/main" id="{797EBCC1-9FA7-BB8F-2762-C855029C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9746" y="3991199"/>
              <a:ext cx="223458" cy="223454"/>
            </a:xfrm>
            <a:custGeom>
              <a:avLst/>
              <a:gdLst>
                <a:gd name="T0" fmla="*/ 38763987 w 602"/>
                <a:gd name="T1" fmla="*/ 78441997 h 602"/>
                <a:gd name="T2" fmla="*/ 38763987 w 602"/>
                <a:gd name="T3" fmla="*/ 78441997 h 602"/>
                <a:gd name="T4" fmla="*/ 0 w 602"/>
                <a:gd name="T5" fmla="*/ 38763987 h 602"/>
                <a:gd name="T6" fmla="*/ 38763987 w 602"/>
                <a:gd name="T7" fmla="*/ 0 h 602"/>
                <a:gd name="T8" fmla="*/ 78441997 w 602"/>
                <a:gd name="T9" fmla="*/ 38763987 h 602"/>
                <a:gd name="T10" fmla="*/ 38763987 w 602"/>
                <a:gd name="T11" fmla="*/ 78441997 h 602"/>
                <a:gd name="T12" fmla="*/ 38763987 w 602"/>
                <a:gd name="T13" fmla="*/ 7439717 h 602"/>
                <a:gd name="T14" fmla="*/ 38763987 w 602"/>
                <a:gd name="T15" fmla="*/ 7439717 h 602"/>
                <a:gd name="T16" fmla="*/ 7439717 w 602"/>
                <a:gd name="T17" fmla="*/ 38763987 h 602"/>
                <a:gd name="T18" fmla="*/ 38763987 w 602"/>
                <a:gd name="T19" fmla="*/ 71002280 h 602"/>
                <a:gd name="T20" fmla="*/ 71002280 w 602"/>
                <a:gd name="T21" fmla="*/ 38763987 h 602"/>
                <a:gd name="T22" fmla="*/ 38763987 w 602"/>
                <a:gd name="T23" fmla="*/ 7439717 h 602"/>
                <a:gd name="T24" fmla="*/ 56253627 w 602"/>
                <a:gd name="T25" fmla="*/ 31455051 h 602"/>
                <a:gd name="T26" fmla="*/ 56253627 w 602"/>
                <a:gd name="T27" fmla="*/ 31455051 h 602"/>
                <a:gd name="T28" fmla="*/ 36937024 w 602"/>
                <a:gd name="T29" fmla="*/ 51685677 h 602"/>
                <a:gd name="T30" fmla="*/ 36937024 w 602"/>
                <a:gd name="T31" fmla="*/ 51685677 h 602"/>
                <a:gd name="T32" fmla="*/ 34196037 w 602"/>
                <a:gd name="T33" fmla="*/ 52598978 h 602"/>
                <a:gd name="T34" fmla="*/ 31324631 w 602"/>
                <a:gd name="T35" fmla="*/ 51685677 h 602"/>
                <a:gd name="T36" fmla="*/ 31324631 w 602"/>
                <a:gd name="T37" fmla="*/ 51685677 h 602"/>
                <a:gd name="T38" fmla="*/ 20361046 w 602"/>
                <a:gd name="T39" fmla="*/ 40591311 h 602"/>
                <a:gd name="T40" fmla="*/ 20361046 w 602"/>
                <a:gd name="T41" fmla="*/ 40591311 h 602"/>
                <a:gd name="T42" fmla="*/ 19447384 w 602"/>
                <a:gd name="T43" fmla="*/ 37850325 h 602"/>
                <a:gd name="T44" fmla="*/ 23102033 w 602"/>
                <a:gd name="T45" fmla="*/ 34196037 h 602"/>
                <a:gd name="T46" fmla="*/ 25842658 w 602"/>
                <a:gd name="T47" fmla="*/ 35109700 h 602"/>
                <a:gd name="T48" fmla="*/ 25842658 w 602"/>
                <a:gd name="T49" fmla="*/ 35109700 h 602"/>
                <a:gd name="T50" fmla="*/ 34196037 w 602"/>
                <a:gd name="T51" fmla="*/ 43462718 h 602"/>
                <a:gd name="T52" fmla="*/ 51685677 w 602"/>
                <a:gd name="T53" fmla="*/ 26756320 h 602"/>
                <a:gd name="T54" fmla="*/ 51685677 w 602"/>
                <a:gd name="T55" fmla="*/ 26756320 h 602"/>
                <a:gd name="T56" fmla="*/ 53512640 w 602"/>
                <a:gd name="T57" fmla="*/ 25842658 h 602"/>
                <a:gd name="T58" fmla="*/ 57167289 w 602"/>
                <a:gd name="T59" fmla="*/ 29497307 h 602"/>
                <a:gd name="T60" fmla="*/ 56253627 w 602"/>
                <a:gd name="T61" fmla="*/ 31455051 h 602"/>
                <a:gd name="T62" fmla="*/ 56253627 w 602"/>
                <a:gd name="T63" fmla="*/ 25842658 h 602"/>
                <a:gd name="T64" fmla="*/ 56253627 w 602"/>
                <a:gd name="T65" fmla="*/ 25842658 h 602"/>
                <a:gd name="T66" fmla="*/ 25842658 w 602"/>
                <a:gd name="T67" fmla="*/ 56253627 h 602"/>
                <a:gd name="T68" fmla="*/ 25842658 w 602"/>
                <a:gd name="T69" fmla="*/ 56253627 h 602"/>
                <a:gd name="T70" fmla="*/ 52598978 w 602"/>
                <a:gd name="T71" fmla="*/ 56253627 h 602"/>
                <a:gd name="T72" fmla="*/ 52598978 w 602"/>
                <a:gd name="T73" fmla="*/ 56253627 h 602"/>
                <a:gd name="T74" fmla="*/ 56253627 w 602"/>
                <a:gd name="T75" fmla="*/ 52598978 h 602"/>
                <a:gd name="T76" fmla="*/ 56253627 w 602"/>
                <a:gd name="T77" fmla="*/ 52598978 h 60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0011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9F102-180A-C545-2094-3D548AC9361E}"/>
              </a:ext>
            </a:extLst>
          </p:cNvPr>
          <p:cNvSpPr txBox="1"/>
          <p:nvPr/>
        </p:nvSpPr>
        <p:spPr>
          <a:xfrm>
            <a:off x="376863" y="277999"/>
            <a:ext cx="23200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Try morph if you have this feature</a:t>
            </a:r>
            <a:endParaRPr lang="en-US" sz="28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: Rounded Corners 70">
            <a:extLst>
              <a:ext uri="{FF2B5EF4-FFF2-40B4-BE49-F238E27FC236}">
                <a16:creationId xmlns:a16="http://schemas.microsoft.com/office/drawing/2014/main" id="{29E2B491-3B05-C1F2-08AA-4C778841F9EC}"/>
              </a:ext>
            </a:extLst>
          </p:cNvPr>
          <p:cNvSpPr/>
          <p:nvPr/>
        </p:nvSpPr>
        <p:spPr>
          <a:xfrm>
            <a:off x="5261241" y="1232106"/>
            <a:ext cx="1669518" cy="1669518"/>
          </a:xfrm>
          <a:prstGeom prst="ellipse">
            <a:avLst/>
          </a:prstGeom>
          <a:gradFill>
            <a:gsLst>
              <a:gs pos="99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4" name="Rectangle: Rounded Corners 70">
            <a:extLst>
              <a:ext uri="{FF2B5EF4-FFF2-40B4-BE49-F238E27FC236}">
                <a16:creationId xmlns:a16="http://schemas.microsoft.com/office/drawing/2014/main" id="{1EEC12CA-ACE3-2878-63EE-921E8B887A42}"/>
              </a:ext>
            </a:extLst>
          </p:cNvPr>
          <p:cNvSpPr/>
          <p:nvPr/>
        </p:nvSpPr>
        <p:spPr>
          <a:xfrm>
            <a:off x="5200281" y="4267200"/>
            <a:ext cx="1791438" cy="179143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</p:spTree>
    <p:extLst>
      <p:ext uri="{BB962C8B-B14F-4D97-AF65-F5344CB8AC3E}">
        <p14:creationId xmlns:p14="http://schemas.microsoft.com/office/powerpoint/2010/main" val="3493628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9F102-180A-C545-2094-3D548AC9361E}"/>
              </a:ext>
            </a:extLst>
          </p:cNvPr>
          <p:cNvSpPr txBox="1"/>
          <p:nvPr/>
        </p:nvSpPr>
        <p:spPr>
          <a:xfrm>
            <a:off x="376863" y="277999"/>
            <a:ext cx="232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Example</a:t>
            </a:r>
            <a:endParaRPr lang="en-US" sz="28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: Rounded Corners 70">
            <a:extLst>
              <a:ext uri="{FF2B5EF4-FFF2-40B4-BE49-F238E27FC236}">
                <a16:creationId xmlns:a16="http://schemas.microsoft.com/office/drawing/2014/main" id="{29E2B491-3B05-C1F2-08AA-4C778841F9EC}"/>
              </a:ext>
            </a:extLst>
          </p:cNvPr>
          <p:cNvSpPr/>
          <p:nvPr/>
        </p:nvSpPr>
        <p:spPr>
          <a:xfrm>
            <a:off x="8955417" y="1232106"/>
            <a:ext cx="846951" cy="846951"/>
          </a:xfrm>
          <a:prstGeom prst="ellipse">
            <a:avLst/>
          </a:prstGeom>
          <a:gradFill>
            <a:gsLst>
              <a:gs pos="99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4" name="Rectangle: Rounded Corners 70">
            <a:extLst>
              <a:ext uri="{FF2B5EF4-FFF2-40B4-BE49-F238E27FC236}">
                <a16:creationId xmlns:a16="http://schemas.microsoft.com/office/drawing/2014/main" id="{1EEC12CA-ACE3-2878-63EE-921E8B887A42}"/>
              </a:ext>
            </a:extLst>
          </p:cNvPr>
          <p:cNvSpPr/>
          <p:nvPr/>
        </p:nvSpPr>
        <p:spPr>
          <a:xfrm>
            <a:off x="10259961" y="1171146"/>
            <a:ext cx="908801" cy="90880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</p:spTree>
    <p:extLst>
      <p:ext uri="{BB962C8B-B14F-4D97-AF65-F5344CB8AC3E}">
        <p14:creationId xmlns:p14="http://schemas.microsoft.com/office/powerpoint/2010/main" val="147370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ZOOM feature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1284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02EF6916-5448-4893-E7E7-3493FA7812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9145194"/>
                  </p:ext>
                </p:extLst>
              </p:nvPr>
            </p:nvGraphicFramePr>
            <p:xfrm>
              <a:off x="1899414" y="2454376"/>
              <a:ext cx="3048000" cy="1714500"/>
            </p:xfrm>
            <a:graphic>
              <a:graphicData uri="http://schemas.microsoft.com/office/powerpoint/2016/slidezoom">
                <pslz:sldZm>
                  <pslz:sldZmObj sldId="338" cId="3300011321">
                    <pslz:zmPr id="{95396091-C9A9-4493-A497-D263FE1020B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2EF6916-5448-4893-E7E7-3493FA7812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99414" y="245437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78AD80E6-CD2F-B3E5-C993-0B2A61B92F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3819453"/>
                  </p:ext>
                </p:extLst>
              </p:nvPr>
            </p:nvGraphicFramePr>
            <p:xfrm>
              <a:off x="6682267" y="2454376"/>
              <a:ext cx="3048000" cy="1714500"/>
            </p:xfrm>
            <a:graphic>
              <a:graphicData uri="http://schemas.microsoft.com/office/powerpoint/2016/slidezoom">
                <pslz:sldZm>
                  <pslz:sldZmObj sldId="337" cId="2416322755">
                    <pslz:zmPr id="{7B0FF747-C611-4B04-8153-4738073CBC5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8AD80E6-CD2F-B3E5-C993-0B2A61B92F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267" y="245437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51676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D2B65"/>
      </a:accent1>
      <a:accent2>
        <a:srgbClr val="CE0EFC"/>
      </a:accent2>
      <a:accent3>
        <a:srgbClr val="FED159"/>
      </a:accent3>
      <a:accent4>
        <a:srgbClr val="6215CF"/>
      </a:accent4>
      <a:accent5>
        <a:srgbClr val="22DDAD"/>
      </a:accent5>
      <a:accent6>
        <a:srgbClr val="0939C7"/>
      </a:accent6>
      <a:hlink>
        <a:srgbClr val="70AC46"/>
      </a:hlink>
      <a:folHlink>
        <a:srgbClr val="954F72"/>
      </a:folHlink>
    </a:clrScheme>
    <a:fontScheme name="League Spartan (ExtraB + Regular)">
      <a:majorFont>
        <a:latin typeface="League Spartan ExtraBold"/>
        <a:ea typeface=""/>
        <a:cs typeface=""/>
      </a:majorFont>
      <a:minorFont>
        <a:latin typeface="League Spart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</TotalTime>
  <Words>260</Words>
  <Application>Microsoft Office PowerPoint</Application>
  <PresentationFormat>Widescreen</PresentationFormat>
  <Paragraphs>84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League Spartan ExtraBold</vt:lpstr>
      <vt:lpstr>Open Sans Light</vt:lpstr>
      <vt:lpstr>Arial</vt:lpstr>
      <vt:lpstr>Calibri</vt:lpstr>
      <vt:lpstr>League Spartan Black</vt:lpstr>
      <vt:lpstr>League Spartan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</dc:creator>
  <cp:lastModifiedBy>Andrew P</cp:lastModifiedBy>
  <cp:revision>59</cp:revision>
  <dcterms:created xsi:type="dcterms:W3CDTF">2023-01-10T09:29:02Z</dcterms:created>
  <dcterms:modified xsi:type="dcterms:W3CDTF">2023-02-27T07:59:11Z</dcterms:modified>
</cp:coreProperties>
</file>